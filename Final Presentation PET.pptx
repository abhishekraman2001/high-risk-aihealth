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1"/>
  </p:normalViewPr>
  <p:slideViewPr>
    <p:cSldViewPr snapToGrid="0">
      <p:cViewPr>
        <p:scale>
          <a:sx n="106" d="100"/>
          <a:sy n="106" d="100"/>
        </p:scale>
        <p:origin x="81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37592-5B56-487F-8017-2D376D14C42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67680A-A2E4-45BD-8F37-BB898D2FD5EC}">
      <dgm:prSet/>
      <dgm:spPr/>
      <dgm:t>
        <a:bodyPr/>
        <a:lstStyle/>
        <a:p>
          <a:r>
            <a:rPr lang="en-US" b="0" i="0" baseline="0"/>
            <a:t>A radiotracer undergoes beta-plus decay, emitting a positron from the nucleus </a:t>
          </a:r>
          <a:endParaRPr lang="en-US"/>
        </a:p>
      </dgm:t>
    </dgm:pt>
    <dgm:pt modelId="{4156E844-E4EB-40F3-B909-A868329393AF}" type="parTrans" cxnId="{47583EDC-14FA-4FB2-B87B-0081EF5FE378}">
      <dgm:prSet/>
      <dgm:spPr/>
      <dgm:t>
        <a:bodyPr/>
        <a:lstStyle/>
        <a:p>
          <a:endParaRPr lang="en-US"/>
        </a:p>
      </dgm:t>
    </dgm:pt>
    <dgm:pt modelId="{0E39500D-0ED0-4BC2-AED1-0CB07F669397}" type="sibTrans" cxnId="{47583EDC-14FA-4FB2-B87B-0081EF5FE378}">
      <dgm:prSet/>
      <dgm:spPr/>
      <dgm:t>
        <a:bodyPr/>
        <a:lstStyle/>
        <a:p>
          <a:endParaRPr lang="en-US"/>
        </a:p>
      </dgm:t>
    </dgm:pt>
    <dgm:pt modelId="{FE88E530-3D7B-4BC9-925E-551FBAFA1409}">
      <dgm:prSet/>
      <dgm:spPr/>
      <dgm:t>
        <a:bodyPr/>
        <a:lstStyle/>
        <a:p>
          <a:r>
            <a:rPr lang="en-US" b="0" i="0" baseline="0"/>
            <a:t>The positron travels a short distance in tissue (0.5–2.4 mm for ¹⁸F) then annihilates with a nearby electron </a:t>
          </a:r>
          <a:endParaRPr lang="en-US"/>
        </a:p>
      </dgm:t>
    </dgm:pt>
    <dgm:pt modelId="{6C3FE081-7293-41D6-81EE-F3C14B48D894}" type="parTrans" cxnId="{1481E421-92FA-4792-8827-220FAE0F8705}">
      <dgm:prSet/>
      <dgm:spPr/>
      <dgm:t>
        <a:bodyPr/>
        <a:lstStyle/>
        <a:p>
          <a:endParaRPr lang="en-US"/>
        </a:p>
      </dgm:t>
    </dgm:pt>
    <dgm:pt modelId="{3A5A71D7-4B6E-4FA2-8DA9-8A733A30DC89}" type="sibTrans" cxnId="{1481E421-92FA-4792-8827-220FAE0F8705}">
      <dgm:prSet/>
      <dgm:spPr/>
      <dgm:t>
        <a:bodyPr/>
        <a:lstStyle/>
        <a:p>
          <a:endParaRPr lang="en-US"/>
        </a:p>
      </dgm:t>
    </dgm:pt>
    <dgm:pt modelId="{94D19713-EEDA-4AC9-8211-115F585E4715}">
      <dgm:prSet/>
      <dgm:spPr/>
      <dgm:t>
        <a:bodyPr/>
        <a:lstStyle/>
        <a:p>
          <a:r>
            <a:rPr lang="en-US" b="0" i="0" baseline="0"/>
            <a:t>Annihilation produces two 511 keV gamma photons traveling in exactly opposite directions </a:t>
          </a:r>
          <a:endParaRPr lang="en-US"/>
        </a:p>
      </dgm:t>
    </dgm:pt>
    <dgm:pt modelId="{C1225EC5-A6CE-4A7F-8086-EFF66792D011}" type="parTrans" cxnId="{D0DE0999-DFC0-4251-8A9B-8B0744B3B40D}">
      <dgm:prSet/>
      <dgm:spPr/>
      <dgm:t>
        <a:bodyPr/>
        <a:lstStyle/>
        <a:p>
          <a:endParaRPr lang="en-US"/>
        </a:p>
      </dgm:t>
    </dgm:pt>
    <dgm:pt modelId="{B9E4EE99-A7AF-43E8-B2E7-92CCA5CCC800}" type="sibTrans" cxnId="{D0DE0999-DFC0-4251-8A9B-8B0744B3B40D}">
      <dgm:prSet/>
      <dgm:spPr/>
      <dgm:t>
        <a:bodyPr/>
        <a:lstStyle/>
        <a:p>
          <a:endParaRPr lang="en-US"/>
        </a:p>
      </dgm:t>
    </dgm:pt>
    <dgm:pt modelId="{CF61EBEC-A8FF-41FD-B1C6-49AF9BB307CF}">
      <dgm:prSet/>
      <dgm:spPr/>
      <dgm:t>
        <a:bodyPr/>
        <a:lstStyle/>
        <a:p>
          <a:r>
            <a:rPr lang="en-US" b="0" i="0" baseline="0"/>
            <a:t>Detector rings surrounding the patient record both photons within a coincidence timing window of 2–10 ns </a:t>
          </a:r>
          <a:endParaRPr lang="en-US"/>
        </a:p>
      </dgm:t>
    </dgm:pt>
    <dgm:pt modelId="{8993D350-C5CC-4F87-B5F8-2678F685B938}" type="parTrans" cxnId="{E52077EA-AC9E-4B5D-A1A6-1AA3EA1E16E7}">
      <dgm:prSet/>
      <dgm:spPr/>
      <dgm:t>
        <a:bodyPr/>
        <a:lstStyle/>
        <a:p>
          <a:endParaRPr lang="en-US"/>
        </a:p>
      </dgm:t>
    </dgm:pt>
    <dgm:pt modelId="{E3414759-0473-41DB-A9F2-E576FAC6F63C}" type="sibTrans" cxnId="{E52077EA-AC9E-4B5D-A1A6-1AA3EA1E16E7}">
      <dgm:prSet/>
      <dgm:spPr/>
      <dgm:t>
        <a:bodyPr/>
        <a:lstStyle/>
        <a:p>
          <a:endParaRPr lang="en-US"/>
        </a:p>
      </dgm:t>
    </dgm:pt>
    <dgm:pt modelId="{345D7854-62BA-4C86-9814-0503209EEA47}">
      <dgm:prSet/>
      <dgm:spPr/>
      <dgm:t>
        <a:bodyPr/>
        <a:lstStyle/>
        <a:p>
          <a:r>
            <a:rPr lang="en-US" b="0" i="0" baseline="0"/>
            <a:t>Each detected pair defines a line of response (LOR) and the annihilation happened somewhere along that line </a:t>
          </a:r>
          <a:endParaRPr lang="en-US"/>
        </a:p>
      </dgm:t>
    </dgm:pt>
    <dgm:pt modelId="{0F4E0FB1-FAFA-44A5-87CD-B27DBA516D46}" type="parTrans" cxnId="{77CEB661-1E68-4B0B-9996-579A5DCEE8F4}">
      <dgm:prSet/>
      <dgm:spPr/>
      <dgm:t>
        <a:bodyPr/>
        <a:lstStyle/>
        <a:p>
          <a:endParaRPr lang="en-US"/>
        </a:p>
      </dgm:t>
    </dgm:pt>
    <dgm:pt modelId="{8D5542C3-C657-4DD8-A485-F90260A53C9E}" type="sibTrans" cxnId="{77CEB661-1E68-4B0B-9996-579A5DCEE8F4}">
      <dgm:prSet/>
      <dgm:spPr/>
      <dgm:t>
        <a:bodyPr/>
        <a:lstStyle/>
        <a:p>
          <a:endParaRPr lang="en-US"/>
        </a:p>
      </dgm:t>
    </dgm:pt>
    <dgm:pt modelId="{4368EAF3-02EB-450B-BFE7-490776A8950D}">
      <dgm:prSet/>
      <dgm:spPr/>
      <dgm:t>
        <a:bodyPr/>
        <a:lstStyle/>
        <a:p>
          <a:r>
            <a:rPr lang="en-US" b="0" i="0" baseline="0"/>
            <a:t>Millions of LORs are collected and organized into a sinogram </a:t>
          </a:r>
          <a:endParaRPr lang="en-US"/>
        </a:p>
      </dgm:t>
    </dgm:pt>
    <dgm:pt modelId="{491853C5-2C0F-456C-A1C5-103086DD67E4}" type="parTrans" cxnId="{5769B187-771D-47A5-90EB-0692F6449DDB}">
      <dgm:prSet/>
      <dgm:spPr/>
      <dgm:t>
        <a:bodyPr/>
        <a:lstStyle/>
        <a:p>
          <a:endParaRPr lang="en-US"/>
        </a:p>
      </dgm:t>
    </dgm:pt>
    <dgm:pt modelId="{E99DEC9F-1EFB-4F43-BE1F-5578C2CDF215}" type="sibTrans" cxnId="{5769B187-771D-47A5-90EB-0692F6449DDB}">
      <dgm:prSet/>
      <dgm:spPr/>
      <dgm:t>
        <a:bodyPr/>
        <a:lstStyle/>
        <a:p>
          <a:endParaRPr lang="en-US"/>
        </a:p>
      </dgm:t>
    </dgm:pt>
    <dgm:pt modelId="{9AE0C406-9FD4-4073-81C4-5B5EB98C8AD9}">
      <dgm:prSet/>
      <dgm:spPr/>
      <dgm:t>
        <a:bodyPr/>
        <a:lstStyle/>
        <a:p>
          <a:r>
            <a:rPr lang="en-US" b="0" i="0" baseline="0"/>
            <a:t>The sinogram is reconstructed into a 3D activity map using iterative algorithms </a:t>
          </a:r>
          <a:endParaRPr lang="en-US"/>
        </a:p>
      </dgm:t>
    </dgm:pt>
    <dgm:pt modelId="{4D98CB52-0BE2-4C43-8710-E478B4917CB6}" type="parTrans" cxnId="{2D6B158A-6A33-4952-83D1-F5E77A08BA48}">
      <dgm:prSet/>
      <dgm:spPr/>
      <dgm:t>
        <a:bodyPr/>
        <a:lstStyle/>
        <a:p>
          <a:endParaRPr lang="en-US"/>
        </a:p>
      </dgm:t>
    </dgm:pt>
    <dgm:pt modelId="{D205A245-7B27-4960-8CB4-37713063583C}" type="sibTrans" cxnId="{2D6B158A-6A33-4952-83D1-F5E77A08BA48}">
      <dgm:prSet/>
      <dgm:spPr/>
      <dgm:t>
        <a:bodyPr/>
        <a:lstStyle/>
        <a:p>
          <a:endParaRPr lang="en-US"/>
        </a:p>
      </dgm:t>
    </dgm:pt>
    <dgm:pt modelId="{893A29E1-87FC-A94A-B265-46E33B66C6C5}" type="pres">
      <dgm:prSet presAssocID="{87A37592-5B56-487F-8017-2D376D14C420}" presName="vert0" presStyleCnt="0">
        <dgm:presLayoutVars>
          <dgm:dir/>
          <dgm:animOne val="branch"/>
          <dgm:animLvl val="lvl"/>
        </dgm:presLayoutVars>
      </dgm:prSet>
      <dgm:spPr/>
    </dgm:pt>
    <dgm:pt modelId="{45D3A192-AC32-F54E-AC9D-2F7632F84AB2}" type="pres">
      <dgm:prSet presAssocID="{9D67680A-A2E4-45BD-8F37-BB898D2FD5EC}" presName="thickLine" presStyleLbl="alignNode1" presStyleIdx="0" presStyleCnt="7"/>
      <dgm:spPr/>
    </dgm:pt>
    <dgm:pt modelId="{1CFB8940-A329-214F-8BFD-A115573557DF}" type="pres">
      <dgm:prSet presAssocID="{9D67680A-A2E4-45BD-8F37-BB898D2FD5EC}" presName="horz1" presStyleCnt="0"/>
      <dgm:spPr/>
    </dgm:pt>
    <dgm:pt modelId="{FB783329-112B-1649-BCD6-06A0C107E592}" type="pres">
      <dgm:prSet presAssocID="{9D67680A-A2E4-45BD-8F37-BB898D2FD5EC}" presName="tx1" presStyleLbl="revTx" presStyleIdx="0" presStyleCnt="7"/>
      <dgm:spPr/>
    </dgm:pt>
    <dgm:pt modelId="{A2581F0D-A9AD-BD4A-B562-A31CEABE4EC8}" type="pres">
      <dgm:prSet presAssocID="{9D67680A-A2E4-45BD-8F37-BB898D2FD5EC}" presName="vert1" presStyleCnt="0"/>
      <dgm:spPr/>
    </dgm:pt>
    <dgm:pt modelId="{E9F1710F-0976-A248-803F-D7B6811C30BD}" type="pres">
      <dgm:prSet presAssocID="{FE88E530-3D7B-4BC9-925E-551FBAFA1409}" presName="thickLine" presStyleLbl="alignNode1" presStyleIdx="1" presStyleCnt="7"/>
      <dgm:spPr/>
    </dgm:pt>
    <dgm:pt modelId="{0791E3C0-98C1-1348-9125-9FB316651066}" type="pres">
      <dgm:prSet presAssocID="{FE88E530-3D7B-4BC9-925E-551FBAFA1409}" presName="horz1" presStyleCnt="0"/>
      <dgm:spPr/>
    </dgm:pt>
    <dgm:pt modelId="{191BA0AD-D42D-A444-B768-D06FA5C49B1C}" type="pres">
      <dgm:prSet presAssocID="{FE88E530-3D7B-4BC9-925E-551FBAFA1409}" presName="tx1" presStyleLbl="revTx" presStyleIdx="1" presStyleCnt="7"/>
      <dgm:spPr/>
    </dgm:pt>
    <dgm:pt modelId="{FB501AB8-D426-9448-9413-06D6190BC363}" type="pres">
      <dgm:prSet presAssocID="{FE88E530-3D7B-4BC9-925E-551FBAFA1409}" presName="vert1" presStyleCnt="0"/>
      <dgm:spPr/>
    </dgm:pt>
    <dgm:pt modelId="{24D6F747-2308-624A-B849-E4E6CD148EB3}" type="pres">
      <dgm:prSet presAssocID="{94D19713-EEDA-4AC9-8211-115F585E4715}" presName="thickLine" presStyleLbl="alignNode1" presStyleIdx="2" presStyleCnt="7"/>
      <dgm:spPr/>
    </dgm:pt>
    <dgm:pt modelId="{43A8B9DD-0580-5448-8C7A-524CF029F590}" type="pres">
      <dgm:prSet presAssocID="{94D19713-EEDA-4AC9-8211-115F585E4715}" presName="horz1" presStyleCnt="0"/>
      <dgm:spPr/>
    </dgm:pt>
    <dgm:pt modelId="{065C47AE-833D-B24A-BB90-A19A70A40635}" type="pres">
      <dgm:prSet presAssocID="{94D19713-EEDA-4AC9-8211-115F585E4715}" presName="tx1" presStyleLbl="revTx" presStyleIdx="2" presStyleCnt="7"/>
      <dgm:spPr/>
    </dgm:pt>
    <dgm:pt modelId="{22623680-54B0-F84C-A4AF-C1385728C4B5}" type="pres">
      <dgm:prSet presAssocID="{94D19713-EEDA-4AC9-8211-115F585E4715}" presName="vert1" presStyleCnt="0"/>
      <dgm:spPr/>
    </dgm:pt>
    <dgm:pt modelId="{24A9448F-9322-A74F-84CA-D2204725ADB2}" type="pres">
      <dgm:prSet presAssocID="{CF61EBEC-A8FF-41FD-B1C6-49AF9BB307CF}" presName="thickLine" presStyleLbl="alignNode1" presStyleIdx="3" presStyleCnt="7"/>
      <dgm:spPr/>
    </dgm:pt>
    <dgm:pt modelId="{C5039B50-DAFC-FE45-A18C-87937A3C6525}" type="pres">
      <dgm:prSet presAssocID="{CF61EBEC-A8FF-41FD-B1C6-49AF9BB307CF}" presName="horz1" presStyleCnt="0"/>
      <dgm:spPr/>
    </dgm:pt>
    <dgm:pt modelId="{6C266837-B730-9A41-AC45-80D7B59492F9}" type="pres">
      <dgm:prSet presAssocID="{CF61EBEC-A8FF-41FD-B1C6-49AF9BB307CF}" presName="tx1" presStyleLbl="revTx" presStyleIdx="3" presStyleCnt="7"/>
      <dgm:spPr/>
    </dgm:pt>
    <dgm:pt modelId="{D06372B8-782E-FB4D-B3CF-D439957438EF}" type="pres">
      <dgm:prSet presAssocID="{CF61EBEC-A8FF-41FD-B1C6-49AF9BB307CF}" presName="vert1" presStyleCnt="0"/>
      <dgm:spPr/>
    </dgm:pt>
    <dgm:pt modelId="{91AA46C2-2816-8448-88C7-C8DF81057F75}" type="pres">
      <dgm:prSet presAssocID="{345D7854-62BA-4C86-9814-0503209EEA47}" presName="thickLine" presStyleLbl="alignNode1" presStyleIdx="4" presStyleCnt="7"/>
      <dgm:spPr/>
    </dgm:pt>
    <dgm:pt modelId="{443B3AB0-BDD4-7F46-A837-991C5294C19F}" type="pres">
      <dgm:prSet presAssocID="{345D7854-62BA-4C86-9814-0503209EEA47}" presName="horz1" presStyleCnt="0"/>
      <dgm:spPr/>
    </dgm:pt>
    <dgm:pt modelId="{01954D93-7E10-184B-840F-ADDE923318BD}" type="pres">
      <dgm:prSet presAssocID="{345D7854-62BA-4C86-9814-0503209EEA47}" presName="tx1" presStyleLbl="revTx" presStyleIdx="4" presStyleCnt="7"/>
      <dgm:spPr/>
    </dgm:pt>
    <dgm:pt modelId="{39A9C9A9-ACCC-194A-87F4-3122D7ED5705}" type="pres">
      <dgm:prSet presAssocID="{345D7854-62BA-4C86-9814-0503209EEA47}" presName="vert1" presStyleCnt="0"/>
      <dgm:spPr/>
    </dgm:pt>
    <dgm:pt modelId="{D8F871F3-5FF9-5747-BA5C-002C589CB358}" type="pres">
      <dgm:prSet presAssocID="{4368EAF3-02EB-450B-BFE7-490776A8950D}" presName="thickLine" presStyleLbl="alignNode1" presStyleIdx="5" presStyleCnt="7"/>
      <dgm:spPr/>
    </dgm:pt>
    <dgm:pt modelId="{9798CEA9-6108-4B4D-86FF-0817BF6EDE69}" type="pres">
      <dgm:prSet presAssocID="{4368EAF3-02EB-450B-BFE7-490776A8950D}" presName="horz1" presStyleCnt="0"/>
      <dgm:spPr/>
    </dgm:pt>
    <dgm:pt modelId="{E52C0A83-3981-3C4D-9B2D-5944E8845D4A}" type="pres">
      <dgm:prSet presAssocID="{4368EAF3-02EB-450B-BFE7-490776A8950D}" presName="tx1" presStyleLbl="revTx" presStyleIdx="5" presStyleCnt="7"/>
      <dgm:spPr/>
    </dgm:pt>
    <dgm:pt modelId="{5B60022F-86E1-6E46-8F06-FCDD39FC3402}" type="pres">
      <dgm:prSet presAssocID="{4368EAF3-02EB-450B-BFE7-490776A8950D}" presName="vert1" presStyleCnt="0"/>
      <dgm:spPr/>
    </dgm:pt>
    <dgm:pt modelId="{25A971F4-0C88-0646-96F6-3F30C5BE0A2A}" type="pres">
      <dgm:prSet presAssocID="{9AE0C406-9FD4-4073-81C4-5B5EB98C8AD9}" presName="thickLine" presStyleLbl="alignNode1" presStyleIdx="6" presStyleCnt="7"/>
      <dgm:spPr/>
    </dgm:pt>
    <dgm:pt modelId="{811F8546-7C45-6E4F-BCC5-CE7684C771F7}" type="pres">
      <dgm:prSet presAssocID="{9AE0C406-9FD4-4073-81C4-5B5EB98C8AD9}" presName="horz1" presStyleCnt="0"/>
      <dgm:spPr/>
    </dgm:pt>
    <dgm:pt modelId="{AB817449-5D63-A94E-88B9-5853B497E9BA}" type="pres">
      <dgm:prSet presAssocID="{9AE0C406-9FD4-4073-81C4-5B5EB98C8AD9}" presName="tx1" presStyleLbl="revTx" presStyleIdx="6" presStyleCnt="7"/>
      <dgm:spPr/>
    </dgm:pt>
    <dgm:pt modelId="{12B868B6-9027-1546-AEC2-D0EF724769FF}" type="pres">
      <dgm:prSet presAssocID="{9AE0C406-9FD4-4073-81C4-5B5EB98C8AD9}" presName="vert1" presStyleCnt="0"/>
      <dgm:spPr/>
    </dgm:pt>
  </dgm:ptLst>
  <dgm:cxnLst>
    <dgm:cxn modelId="{7CB1FE15-5B93-E84C-AC53-FCDF3EF3CAC9}" type="presOf" srcId="{345D7854-62BA-4C86-9814-0503209EEA47}" destId="{01954D93-7E10-184B-840F-ADDE923318BD}" srcOrd="0" destOrd="0" presId="urn:microsoft.com/office/officeart/2008/layout/LinedList"/>
    <dgm:cxn modelId="{E703461E-EF51-0E46-AF3F-D391D5468AC4}" type="presOf" srcId="{CF61EBEC-A8FF-41FD-B1C6-49AF9BB307CF}" destId="{6C266837-B730-9A41-AC45-80D7B59492F9}" srcOrd="0" destOrd="0" presId="urn:microsoft.com/office/officeart/2008/layout/LinedList"/>
    <dgm:cxn modelId="{1481E421-92FA-4792-8827-220FAE0F8705}" srcId="{87A37592-5B56-487F-8017-2D376D14C420}" destId="{FE88E530-3D7B-4BC9-925E-551FBAFA1409}" srcOrd="1" destOrd="0" parTransId="{6C3FE081-7293-41D6-81EE-F3C14B48D894}" sibTransId="{3A5A71D7-4B6E-4FA2-8DA9-8A733A30DC89}"/>
    <dgm:cxn modelId="{7FDD404D-DA53-8F4F-B171-D8FCA282782E}" type="presOf" srcId="{9AE0C406-9FD4-4073-81C4-5B5EB98C8AD9}" destId="{AB817449-5D63-A94E-88B9-5853B497E9BA}" srcOrd="0" destOrd="0" presId="urn:microsoft.com/office/officeart/2008/layout/LinedList"/>
    <dgm:cxn modelId="{77CEB661-1E68-4B0B-9996-579A5DCEE8F4}" srcId="{87A37592-5B56-487F-8017-2D376D14C420}" destId="{345D7854-62BA-4C86-9814-0503209EEA47}" srcOrd="4" destOrd="0" parTransId="{0F4E0FB1-FAFA-44A5-87CD-B27DBA516D46}" sibTransId="{8D5542C3-C657-4DD8-A485-F90260A53C9E}"/>
    <dgm:cxn modelId="{85CFE276-CEF5-CC4E-9BA3-C91004F31192}" type="presOf" srcId="{9D67680A-A2E4-45BD-8F37-BB898D2FD5EC}" destId="{FB783329-112B-1649-BCD6-06A0C107E592}" srcOrd="0" destOrd="0" presId="urn:microsoft.com/office/officeart/2008/layout/LinedList"/>
    <dgm:cxn modelId="{4D068D78-0D68-304B-9278-A743DF19409C}" type="presOf" srcId="{FE88E530-3D7B-4BC9-925E-551FBAFA1409}" destId="{191BA0AD-D42D-A444-B768-D06FA5C49B1C}" srcOrd="0" destOrd="0" presId="urn:microsoft.com/office/officeart/2008/layout/LinedList"/>
    <dgm:cxn modelId="{5769B187-771D-47A5-90EB-0692F6449DDB}" srcId="{87A37592-5B56-487F-8017-2D376D14C420}" destId="{4368EAF3-02EB-450B-BFE7-490776A8950D}" srcOrd="5" destOrd="0" parTransId="{491853C5-2C0F-456C-A1C5-103086DD67E4}" sibTransId="{E99DEC9F-1EFB-4F43-BE1F-5578C2CDF215}"/>
    <dgm:cxn modelId="{2D6B158A-6A33-4952-83D1-F5E77A08BA48}" srcId="{87A37592-5B56-487F-8017-2D376D14C420}" destId="{9AE0C406-9FD4-4073-81C4-5B5EB98C8AD9}" srcOrd="6" destOrd="0" parTransId="{4D98CB52-0BE2-4C43-8710-E478B4917CB6}" sibTransId="{D205A245-7B27-4960-8CB4-37713063583C}"/>
    <dgm:cxn modelId="{D0DE0999-DFC0-4251-8A9B-8B0744B3B40D}" srcId="{87A37592-5B56-487F-8017-2D376D14C420}" destId="{94D19713-EEDA-4AC9-8211-115F585E4715}" srcOrd="2" destOrd="0" parTransId="{C1225EC5-A6CE-4A7F-8086-EFF66792D011}" sibTransId="{B9E4EE99-A7AF-43E8-B2E7-92CCA5CCC800}"/>
    <dgm:cxn modelId="{482762C0-9417-A844-90C0-B19F7B64E736}" type="presOf" srcId="{4368EAF3-02EB-450B-BFE7-490776A8950D}" destId="{E52C0A83-3981-3C4D-9B2D-5944E8845D4A}" srcOrd="0" destOrd="0" presId="urn:microsoft.com/office/officeart/2008/layout/LinedList"/>
    <dgm:cxn modelId="{4951CCCD-D860-F64C-ABED-596090B7F1E4}" type="presOf" srcId="{87A37592-5B56-487F-8017-2D376D14C420}" destId="{893A29E1-87FC-A94A-B265-46E33B66C6C5}" srcOrd="0" destOrd="0" presId="urn:microsoft.com/office/officeart/2008/layout/LinedList"/>
    <dgm:cxn modelId="{C727F5DA-949F-3840-A58A-D242C78ECB58}" type="presOf" srcId="{94D19713-EEDA-4AC9-8211-115F585E4715}" destId="{065C47AE-833D-B24A-BB90-A19A70A40635}" srcOrd="0" destOrd="0" presId="urn:microsoft.com/office/officeart/2008/layout/LinedList"/>
    <dgm:cxn modelId="{47583EDC-14FA-4FB2-B87B-0081EF5FE378}" srcId="{87A37592-5B56-487F-8017-2D376D14C420}" destId="{9D67680A-A2E4-45BD-8F37-BB898D2FD5EC}" srcOrd="0" destOrd="0" parTransId="{4156E844-E4EB-40F3-B909-A868329393AF}" sibTransId="{0E39500D-0ED0-4BC2-AED1-0CB07F669397}"/>
    <dgm:cxn modelId="{E52077EA-AC9E-4B5D-A1A6-1AA3EA1E16E7}" srcId="{87A37592-5B56-487F-8017-2D376D14C420}" destId="{CF61EBEC-A8FF-41FD-B1C6-49AF9BB307CF}" srcOrd="3" destOrd="0" parTransId="{8993D350-C5CC-4F87-B5F8-2678F685B938}" sibTransId="{E3414759-0473-41DB-A9F2-E576FAC6F63C}"/>
    <dgm:cxn modelId="{6A1C42A0-560B-6C4B-92DE-D062532CE135}" type="presParOf" srcId="{893A29E1-87FC-A94A-B265-46E33B66C6C5}" destId="{45D3A192-AC32-F54E-AC9D-2F7632F84AB2}" srcOrd="0" destOrd="0" presId="urn:microsoft.com/office/officeart/2008/layout/LinedList"/>
    <dgm:cxn modelId="{8E222EDD-598B-5044-8E76-049E60D129AA}" type="presParOf" srcId="{893A29E1-87FC-A94A-B265-46E33B66C6C5}" destId="{1CFB8940-A329-214F-8BFD-A115573557DF}" srcOrd="1" destOrd="0" presId="urn:microsoft.com/office/officeart/2008/layout/LinedList"/>
    <dgm:cxn modelId="{A4379E9A-A6FA-FB47-AE24-35B373E0E0AD}" type="presParOf" srcId="{1CFB8940-A329-214F-8BFD-A115573557DF}" destId="{FB783329-112B-1649-BCD6-06A0C107E592}" srcOrd="0" destOrd="0" presId="urn:microsoft.com/office/officeart/2008/layout/LinedList"/>
    <dgm:cxn modelId="{75881E75-D312-1942-ABFF-04900D89CD0E}" type="presParOf" srcId="{1CFB8940-A329-214F-8BFD-A115573557DF}" destId="{A2581F0D-A9AD-BD4A-B562-A31CEABE4EC8}" srcOrd="1" destOrd="0" presId="urn:microsoft.com/office/officeart/2008/layout/LinedList"/>
    <dgm:cxn modelId="{E455BDBA-097A-D944-B8F9-87E662CF7553}" type="presParOf" srcId="{893A29E1-87FC-A94A-B265-46E33B66C6C5}" destId="{E9F1710F-0976-A248-803F-D7B6811C30BD}" srcOrd="2" destOrd="0" presId="urn:microsoft.com/office/officeart/2008/layout/LinedList"/>
    <dgm:cxn modelId="{6846B399-5C93-734D-8119-C338FACC7177}" type="presParOf" srcId="{893A29E1-87FC-A94A-B265-46E33B66C6C5}" destId="{0791E3C0-98C1-1348-9125-9FB316651066}" srcOrd="3" destOrd="0" presId="urn:microsoft.com/office/officeart/2008/layout/LinedList"/>
    <dgm:cxn modelId="{C3844C55-9BD8-1D44-B42B-0DBBF65BB103}" type="presParOf" srcId="{0791E3C0-98C1-1348-9125-9FB316651066}" destId="{191BA0AD-D42D-A444-B768-D06FA5C49B1C}" srcOrd="0" destOrd="0" presId="urn:microsoft.com/office/officeart/2008/layout/LinedList"/>
    <dgm:cxn modelId="{81FBFA9C-07AD-6D45-BB7B-C15184CBAFBA}" type="presParOf" srcId="{0791E3C0-98C1-1348-9125-9FB316651066}" destId="{FB501AB8-D426-9448-9413-06D6190BC363}" srcOrd="1" destOrd="0" presId="urn:microsoft.com/office/officeart/2008/layout/LinedList"/>
    <dgm:cxn modelId="{6D6A1F01-958E-8240-BC94-04C0A430CBEA}" type="presParOf" srcId="{893A29E1-87FC-A94A-B265-46E33B66C6C5}" destId="{24D6F747-2308-624A-B849-E4E6CD148EB3}" srcOrd="4" destOrd="0" presId="urn:microsoft.com/office/officeart/2008/layout/LinedList"/>
    <dgm:cxn modelId="{1677A32E-3EC3-0B43-A725-C9AF62ACD5ED}" type="presParOf" srcId="{893A29E1-87FC-A94A-B265-46E33B66C6C5}" destId="{43A8B9DD-0580-5448-8C7A-524CF029F590}" srcOrd="5" destOrd="0" presId="urn:microsoft.com/office/officeart/2008/layout/LinedList"/>
    <dgm:cxn modelId="{D9DA2EA3-7C36-DE4F-B1DB-BB1510059BDC}" type="presParOf" srcId="{43A8B9DD-0580-5448-8C7A-524CF029F590}" destId="{065C47AE-833D-B24A-BB90-A19A70A40635}" srcOrd="0" destOrd="0" presId="urn:microsoft.com/office/officeart/2008/layout/LinedList"/>
    <dgm:cxn modelId="{93863A11-C612-1347-A273-1CA341E61DF8}" type="presParOf" srcId="{43A8B9DD-0580-5448-8C7A-524CF029F590}" destId="{22623680-54B0-F84C-A4AF-C1385728C4B5}" srcOrd="1" destOrd="0" presId="urn:microsoft.com/office/officeart/2008/layout/LinedList"/>
    <dgm:cxn modelId="{C46C1767-AF57-8F4B-B3B7-DD2772BBB4A1}" type="presParOf" srcId="{893A29E1-87FC-A94A-B265-46E33B66C6C5}" destId="{24A9448F-9322-A74F-84CA-D2204725ADB2}" srcOrd="6" destOrd="0" presId="urn:microsoft.com/office/officeart/2008/layout/LinedList"/>
    <dgm:cxn modelId="{5386044F-64BC-6345-8B8E-15B5E0C58A8C}" type="presParOf" srcId="{893A29E1-87FC-A94A-B265-46E33B66C6C5}" destId="{C5039B50-DAFC-FE45-A18C-87937A3C6525}" srcOrd="7" destOrd="0" presId="urn:microsoft.com/office/officeart/2008/layout/LinedList"/>
    <dgm:cxn modelId="{D363232A-3271-4045-AC68-C94FAB8BC245}" type="presParOf" srcId="{C5039B50-DAFC-FE45-A18C-87937A3C6525}" destId="{6C266837-B730-9A41-AC45-80D7B59492F9}" srcOrd="0" destOrd="0" presId="urn:microsoft.com/office/officeart/2008/layout/LinedList"/>
    <dgm:cxn modelId="{F25C4E2B-F571-044C-B36A-2757F58F48EB}" type="presParOf" srcId="{C5039B50-DAFC-FE45-A18C-87937A3C6525}" destId="{D06372B8-782E-FB4D-B3CF-D439957438EF}" srcOrd="1" destOrd="0" presId="urn:microsoft.com/office/officeart/2008/layout/LinedList"/>
    <dgm:cxn modelId="{43E2A01B-649B-C64D-B6EB-623754B808D9}" type="presParOf" srcId="{893A29E1-87FC-A94A-B265-46E33B66C6C5}" destId="{91AA46C2-2816-8448-88C7-C8DF81057F75}" srcOrd="8" destOrd="0" presId="urn:microsoft.com/office/officeart/2008/layout/LinedList"/>
    <dgm:cxn modelId="{FA53DD9E-5086-C14D-9A5A-808D68BADCE9}" type="presParOf" srcId="{893A29E1-87FC-A94A-B265-46E33B66C6C5}" destId="{443B3AB0-BDD4-7F46-A837-991C5294C19F}" srcOrd="9" destOrd="0" presId="urn:microsoft.com/office/officeart/2008/layout/LinedList"/>
    <dgm:cxn modelId="{25334557-92AA-3349-97DF-64E51E7C3320}" type="presParOf" srcId="{443B3AB0-BDD4-7F46-A837-991C5294C19F}" destId="{01954D93-7E10-184B-840F-ADDE923318BD}" srcOrd="0" destOrd="0" presId="urn:microsoft.com/office/officeart/2008/layout/LinedList"/>
    <dgm:cxn modelId="{70A94D73-4D84-D849-9CDE-6C605C24CD37}" type="presParOf" srcId="{443B3AB0-BDD4-7F46-A837-991C5294C19F}" destId="{39A9C9A9-ACCC-194A-87F4-3122D7ED5705}" srcOrd="1" destOrd="0" presId="urn:microsoft.com/office/officeart/2008/layout/LinedList"/>
    <dgm:cxn modelId="{68371F1C-51D7-C143-8FFB-9E111AD3BB15}" type="presParOf" srcId="{893A29E1-87FC-A94A-B265-46E33B66C6C5}" destId="{D8F871F3-5FF9-5747-BA5C-002C589CB358}" srcOrd="10" destOrd="0" presId="urn:microsoft.com/office/officeart/2008/layout/LinedList"/>
    <dgm:cxn modelId="{29E530FD-E938-A84F-B5B8-E0DF1D4C4E8B}" type="presParOf" srcId="{893A29E1-87FC-A94A-B265-46E33B66C6C5}" destId="{9798CEA9-6108-4B4D-86FF-0817BF6EDE69}" srcOrd="11" destOrd="0" presId="urn:microsoft.com/office/officeart/2008/layout/LinedList"/>
    <dgm:cxn modelId="{886D1177-3008-EC45-AF3B-EEA0230829E7}" type="presParOf" srcId="{9798CEA9-6108-4B4D-86FF-0817BF6EDE69}" destId="{E52C0A83-3981-3C4D-9B2D-5944E8845D4A}" srcOrd="0" destOrd="0" presId="urn:microsoft.com/office/officeart/2008/layout/LinedList"/>
    <dgm:cxn modelId="{A90C5B6C-9744-2B4C-A060-61D77CA67BA8}" type="presParOf" srcId="{9798CEA9-6108-4B4D-86FF-0817BF6EDE69}" destId="{5B60022F-86E1-6E46-8F06-FCDD39FC3402}" srcOrd="1" destOrd="0" presId="urn:microsoft.com/office/officeart/2008/layout/LinedList"/>
    <dgm:cxn modelId="{D51DD6BB-5FEE-7742-82F3-57570D44990D}" type="presParOf" srcId="{893A29E1-87FC-A94A-B265-46E33B66C6C5}" destId="{25A971F4-0C88-0646-96F6-3F30C5BE0A2A}" srcOrd="12" destOrd="0" presId="urn:microsoft.com/office/officeart/2008/layout/LinedList"/>
    <dgm:cxn modelId="{15A410C9-274E-DF4A-87E7-57091A8C3D44}" type="presParOf" srcId="{893A29E1-87FC-A94A-B265-46E33B66C6C5}" destId="{811F8546-7C45-6E4F-BCC5-CE7684C771F7}" srcOrd="13" destOrd="0" presId="urn:microsoft.com/office/officeart/2008/layout/LinedList"/>
    <dgm:cxn modelId="{DB319FC3-CD4B-9A46-836F-148CE5275442}" type="presParOf" srcId="{811F8546-7C45-6E4F-BCC5-CE7684C771F7}" destId="{AB817449-5D63-A94E-88B9-5853B497E9BA}" srcOrd="0" destOrd="0" presId="urn:microsoft.com/office/officeart/2008/layout/LinedList"/>
    <dgm:cxn modelId="{AA6735DE-F0BA-3346-9AF9-3E7A7B6F6B4F}" type="presParOf" srcId="{811F8546-7C45-6E4F-BCC5-CE7684C771F7}" destId="{12B868B6-9027-1546-AEC2-D0EF724769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CF45C1-F011-458C-A739-746E20C387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D658B6-CACB-4D88-BEEC-435404713E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Oncology</a:t>
          </a:r>
          <a:endParaRPr lang="en-US"/>
        </a:p>
      </dgm:t>
    </dgm:pt>
    <dgm:pt modelId="{C50AE669-B807-47E8-B279-C92D76912D9E}" type="parTrans" cxnId="{BDD329AC-470F-48DC-BCA8-702C7169D883}">
      <dgm:prSet/>
      <dgm:spPr/>
      <dgm:t>
        <a:bodyPr/>
        <a:lstStyle/>
        <a:p>
          <a:endParaRPr lang="en-US"/>
        </a:p>
      </dgm:t>
    </dgm:pt>
    <dgm:pt modelId="{7F24E87F-82BE-43A1-ABB2-D925A421730E}" type="sibTrans" cxnId="{BDD329AC-470F-48DC-BCA8-702C7169D883}">
      <dgm:prSet/>
      <dgm:spPr/>
      <dgm:t>
        <a:bodyPr/>
        <a:lstStyle/>
        <a:p>
          <a:endParaRPr lang="en-US"/>
        </a:p>
      </dgm:t>
    </dgm:pt>
    <dgm:pt modelId="{D51D5C00-D270-474D-B076-47484D036B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Staging and restaging of lymphoma, lung cancer, colorectal cancer, melanoma </a:t>
          </a:r>
          <a:endParaRPr lang="en-US"/>
        </a:p>
      </dgm:t>
    </dgm:pt>
    <dgm:pt modelId="{782D1FCD-EE83-40BF-B754-F482E1B79699}" type="parTrans" cxnId="{D30C5AC2-3F62-4BEF-9054-4A858B99AADA}">
      <dgm:prSet/>
      <dgm:spPr/>
      <dgm:t>
        <a:bodyPr/>
        <a:lstStyle/>
        <a:p>
          <a:endParaRPr lang="en-US"/>
        </a:p>
      </dgm:t>
    </dgm:pt>
    <dgm:pt modelId="{4AE296CA-A885-4920-A294-55D84D3442B0}" type="sibTrans" cxnId="{D30C5AC2-3F62-4BEF-9054-4A858B99AADA}">
      <dgm:prSet/>
      <dgm:spPr/>
      <dgm:t>
        <a:bodyPr/>
        <a:lstStyle/>
        <a:p>
          <a:endParaRPr lang="en-US"/>
        </a:p>
      </dgm:t>
    </dgm:pt>
    <dgm:pt modelId="{906847A6-92A0-45AB-82A1-D633A64CD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Monitoring therapy response mid-treatment </a:t>
          </a:r>
          <a:endParaRPr lang="en-US"/>
        </a:p>
      </dgm:t>
    </dgm:pt>
    <dgm:pt modelId="{B6C3E44F-5D0D-4251-9BF0-3985341DE371}" type="parTrans" cxnId="{5744AECD-AC4D-46BC-AA6B-408050F7774B}">
      <dgm:prSet/>
      <dgm:spPr/>
      <dgm:t>
        <a:bodyPr/>
        <a:lstStyle/>
        <a:p>
          <a:endParaRPr lang="en-US"/>
        </a:p>
      </dgm:t>
    </dgm:pt>
    <dgm:pt modelId="{40A25371-CE62-44D8-98D1-2B429DA2F2C8}" type="sibTrans" cxnId="{5744AECD-AC4D-46BC-AA6B-408050F7774B}">
      <dgm:prSet/>
      <dgm:spPr/>
      <dgm:t>
        <a:bodyPr/>
        <a:lstStyle/>
        <a:p>
          <a:endParaRPr lang="en-US"/>
        </a:p>
      </dgm:t>
    </dgm:pt>
    <dgm:pt modelId="{7F201BD5-BB38-4362-BDD7-B53A9F6FF1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Detecting recurrence after remission </a:t>
          </a:r>
          <a:endParaRPr lang="en-US"/>
        </a:p>
      </dgm:t>
    </dgm:pt>
    <dgm:pt modelId="{2823192D-870B-4358-84AD-DB7F11FE5237}" type="parTrans" cxnId="{2098B739-83B7-4168-9F89-B7748D8765BD}">
      <dgm:prSet/>
      <dgm:spPr/>
      <dgm:t>
        <a:bodyPr/>
        <a:lstStyle/>
        <a:p>
          <a:endParaRPr lang="en-US"/>
        </a:p>
      </dgm:t>
    </dgm:pt>
    <dgm:pt modelId="{56C6CFE9-D1D6-4CEF-B180-94EC1424F6E8}" type="sibTrans" cxnId="{2098B739-83B7-4168-9F89-B7748D8765BD}">
      <dgm:prSet/>
      <dgm:spPr/>
      <dgm:t>
        <a:bodyPr/>
        <a:lstStyle/>
        <a:p>
          <a:endParaRPr lang="en-US"/>
        </a:p>
      </dgm:t>
    </dgm:pt>
    <dgm:pt modelId="{C76666B5-4BD0-49A0-8028-30DDD1FE28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Neurology: </a:t>
          </a:r>
          <a:endParaRPr lang="en-US"/>
        </a:p>
      </dgm:t>
    </dgm:pt>
    <dgm:pt modelId="{35223FD2-167B-4E82-9ECD-0AA1B6E7542C}" type="parTrans" cxnId="{ECE8DC1A-18F1-43AF-AF11-9421C283801F}">
      <dgm:prSet/>
      <dgm:spPr/>
      <dgm:t>
        <a:bodyPr/>
        <a:lstStyle/>
        <a:p>
          <a:endParaRPr lang="en-US"/>
        </a:p>
      </dgm:t>
    </dgm:pt>
    <dgm:pt modelId="{F0C43654-FCCE-4A90-96DC-BF25EF198221}" type="sibTrans" cxnId="{ECE8DC1A-18F1-43AF-AF11-9421C283801F}">
      <dgm:prSet/>
      <dgm:spPr/>
      <dgm:t>
        <a:bodyPr/>
        <a:lstStyle/>
        <a:p>
          <a:endParaRPr lang="en-US"/>
        </a:p>
      </dgm:t>
    </dgm:pt>
    <dgm:pt modelId="{95C82F28-92F3-49A2-A853-AB5A126D84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Amyloid and tau PET for Alzheimer's disease diagnosis </a:t>
          </a:r>
          <a:endParaRPr lang="en-US"/>
        </a:p>
      </dgm:t>
    </dgm:pt>
    <dgm:pt modelId="{D18B5A3E-6342-4759-8BA8-841B7005A212}" type="parTrans" cxnId="{19E850D9-18F8-4E51-988A-30076F6B3FE3}">
      <dgm:prSet/>
      <dgm:spPr/>
      <dgm:t>
        <a:bodyPr/>
        <a:lstStyle/>
        <a:p>
          <a:endParaRPr lang="en-US"/>
        </a:p>
      </dgm:t>
    </dgm:pt>
    <dgm:pt modelId="{A541B245-C3CB-49C6-8BF9-8F383AB7A423}" type="sibTrans" cxnId="{19E850D9-18F8-4E51-988A-30076F6B3FE3}">
      <dgm:prSet/>
      <dgm:spPr/>
      <dgm:t>
        <a:bodyPr/>
        <a:lstStyle/>
        <a:p>
          <a:endParaRPr lang="en-US"/>
        </a:p>
      </dgm:t>
    </dgm:pt>
    <dgm:pt modelId="{432E9729-B705-46E7-93A7-3C394321AE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Seizure focus localization before surgery </a:t>
          </a:r>
          <a:endParaRPr lang="en-US"/>
        </a:p>
      </dgm:t>
    </dgm:pt>
    <dgm:pt modelId="{3C0F398F-75B5-4BFF-8E03-60FE290AAC8E}" type="parTrans" cxnId="{D693613B-5D43-47B9-A9F8-A4EA83C1A641}">
      <dgm:prSet/>
      <dgm:spPr/>
      <dgm:t>
        <a:bodyPr/>
        <a:lstStyle/>
        <a:p>
          <a:endParaRPr lang="en-US"/>
        </a:p>
      </dgm:t>
    </dgm:pt>
    <dgm:pt modelId="{8BCA00A0-B598-4582-BFC8-67A352C937F3}" type="sibTrans" cxnId="{D693613B-5D43-47B9-A9F8-A4EA83C1A641}">
      <dgm:prSet/>
      <dgm:spPr/>
      <dgm:t>
        <a:bodyPr/>
        <a:lstStyle/>
        <a:p>
          <a:endParaRPr lang="en-US"/>
        </a:p>
      </dgm:t>
    </dgm:pt>
    <dgm:pt modelId="{7EF8074B-3BA6-4307-8215-E31B731F93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Cardiology: </a:t>
          </a:r>
          <a:endParaRPr lang="en-US"/>
        </a:p>
      </dgm:t>
    </dgm:pt>
    <dgm:pt modelId="{322C2DE0-FF99-405D-A1F1-44A551CDE876}" type="parTrans" cxnId="{E1927F2A-290D-434A-87EE-71341D333EA3}">
      <dgm:prSet/>
      <dgm:spPr/>
      <dgm:t>
        <a:bodyPr/>
        <a:lstStyle/>
        <a:p>
          <a:endParaRPr lang="en-US"/>
        </a:p>
      </dgm:t>
    </dgm:pt>
    <dgm:pt modelId="{8F9A1C9E-FDB7-46F8-B81C-9C612FA63F8D}" type="sibTrans" cxnId="{E1927F2A-290D-434A-87EE-71341D333EA3}">
      <dgm:prSet/>
      <dgm:spPr/>
      <dgm:t>
        <a:bodyPr/>
        <a:lstStyle/>
        <a:p>
          <a:endParaRPr lang="en-US"/>
        </a:p>
      </dgm:t>
    </dgm:pt>
    <dgm:pt modelId="{134C53E4-B735-459E-AE64-65D1999A74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Myocardial viability assessment </a:t>
          </a:r>
          <a:endParaRPr lang="en-US"/>
        </a:p>
      </dgm:t>
    </dgm:pt>
    <dgm:pt modelId="{6CEF4CE2-E5D9-45C4-A3B5-F6C3AB0E3415}" type="parTrans" cxnId="{A33168AA-80EC-4600-AFE7-34E048ABD75F}">
      <dgm:prSet/>
      <dgm:spPr/>
      <dgm:t>
        <a:bodyPr/>
        <a:lstStyle/>
        <a:p>
          <a:endParaRPr lang="en-US"/>
        </a:p>
      </dgm:t>
    </dgm:pt>
    <dgm:pt modelId="{633C3DF5-C776-4878-AE53-73D051D58CAF}" type="sibTrans" cxnId="{A33168AA-80EC-4600-AFE7-34E048ABD75F}">
      <dgm:prSet/>
      <dgm:spPr/>
      <dgm:t>
        <a:bodyPr/>
        <a:lstStyle/>
        <a:p>
          <a:endParaRPr lang="en-US"/>
        </a:p>
      </dgm:t>
    </dgm:pt>
    <dgm:pt modelId="{86FB89E4-D933-4DD2-B0EA-E7B8FB3B53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Cardiac sarcoidosis detection </a:t>
          </a:r>
          <a:endParaRPr lang="en-US"/>
        </a:p>
      </dgm:t>
    </dgm:pt>
    <dgm:pt modelId="{98AC28DB-10CA-44CB-BEDC-7A855D008E88}" type="parTrans" cxnId="{71DF671D-DC96-4D9C-9407-C59973B2E947}">
      <dgm:prSet/>
      <dgm:spPr/>
      <dgm:t>
        <a:bodyPr/>
        <a:lstStyle/>
        <a:p>
          <a:endParaRPr lang="en-US"/>
        </a:p>
      </dgm:t>
    </dgm:pt>
    <dgm:pt modelId="{DBB23471-E4AC-4D59-91D4-622F48EF9F80}" type="sibTrans" cxnId="{71DF671D-DC96-4D9C-9407-C59973B2E947}">
      <dgm:prSet/>
      <dgm:spPr/>
      <dgm:t>
        <a:bodyPr/>
        <a:lstStyle/>
        <a:p>
          <a:endParaRPr lang="en-US"/>
        </a:p>
      </dgm:t>
    </dgm:pt>
    <dgm:pt modelId="{36307E13-2944-40FC-9322-FA0005476C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PET findings inform decisions</a:t>
          </a:r>
          <a:endParaRPr lang="en-US" dirty="0"/>
        </a:p>
      </dgm:t>
    </dgm:pt>
    <dgm:pt modelId="{294D87BF-9707-4FDC-8C43-906FE49F8B86}" type="parTrans" cxnId="{8D8A95DC-0350-429E-AC61-E0FB25EDFFC9}">
      <dgm:prSet/>
      <dgm:spPr/>
      <dgm:t>
        <a:bodyPr/>
        <a:lstStyle/>
        <a:p>
          <a:endParaRPr lang="en-US"/>
        </a:p>
      </dgm:t>
    </dgm:pt>
    <dgm:pt modelId="{72ABFD12-CEA6-4B83-96FE-EDFC59493A86}" type="sibTrans" cxnId="{8D8A95DC-0350-429E-AC61-E0FB25EDFFC9}">
      <dgm:prSet/>
      <dgm:spPr/>
      <dgm:t>
        <a:bodyPr/>
        <a:lstStyle/>
        <a:p>
          <a:endParaRPr lang="en-US"/>
        </a:p>
      </dgm:t>
    </dgm:pt>
    <dgm:pt modelId="{E1B49833-8C15-4716-BE3C-3951F598CA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Whether to escalate or de-escalate chemotherapy </a:t>
          </a:r>
          <a:endParaRPr lang="en-US"/>
        </a:p>
      </dgm:t>
    </dgm:pt>
    <dgm:pt modelId="{5D9676EC-A0F1-48A2-89C3-E39075DD9FB5}" type="parTrans" cxnId="{E163D652-4852-4AAB-8A25-B57CEE2DAD8D}">
      <dgm:prSet/>
      <dgm:spPr/>
      <dgm:t>
        <a:bodyPr/>
        <a:lstStyle/>
        <a:p>
          <a:endParaRPr lang="en-US"/>
        </a:p>
      </dgm:t>
    </dgm:pt>
    <dgm:pt modelId="{FF9049A4-D2DF-4684-92E3-8155AD81E701}" type="sibTrans" cxnId="{E163D652-4852-4AAB-8A25-B57CEE2DAD8D}">
      <dgm:prSet/>
      <dgm:spPr/>
      <dgm:t>
        <a:bodyPr/>
        <a:lstStyle/>
        <a:p>
          <a:endParaRPr lang="en-US"/>
        </a:p>
      </dgm:t>
    </dgm:pt>
    <dgm:pt modelId="{E67178B5-1996-46E6-AA5D-67603D1426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Whether a patient is a surgical candidate </a:t>
          </a:r>
          <a:endParaRPr lang="en-US"/>
        </a:p>
      </dgm:t>
    </dgm:pt>
    <dgm:pt modelId="{7B917818-CB65-498D-AAB7-5338EE87532B}" type="parTrans" cxnId="{23DB9D1D-B741-4065-ACC6-13D744273527}">
      <dgm:prSet/>
      <dgm:spPr/>
      <dgm:t>
        <a:bodyPr/>
        <a:lstStyle/>
        <a:p>
          <a:endParaRPr lang="en-US"/>
        </a:p>
      </dgm:t>
    </dgm:pt>
    <dgm:pt modelId="{2DF6CBFC-932A-44CF-B075-5DCBDD275A9F}" type="sibTrans" cxnId="{23DB9D1D-B741-4065-ACC6-13D744273527}">
      <dgm:prSet/>
      <dgm:spPr/>
      <dgm:t>
        <a:bodyPr/>
        <a:lstStyle/>
        <a:p>
          <a:endParaRPr lang="en-US"/>
        </a:p>
      </dgm:t>
    </dgm:pt>
    <dgm:pt modelId="{A39C4F4C-30ED-41AC-9BE6-164E34E52B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Whether a lesion requires biopsy </a:t>
          </a:r>
          <a:endParaRPr lang="en-US"/>
        </a:p>
      </dgm:t>
    </dgm:pt>
    <dgm:pt modelId="{3DB75B88-6112-45B0-835C-77DFFB0C71E2}" type="parTrans" cxnId="{67F1424B-BF5C-4423-8300-E6CF565B6D7E}">
      <dgm:prSet/>
      <dgm:spPr/>
      <dgm:t>
        <a:bodyPr/>
        <a:lstStyle/>
        <a:p>
          <a:endParaRPr lang="en-US"/>
        </a:p>
      </dgm:t>
    </dgm:pt>
    <dgm:pt modelId="{5212E3A9-CF2D-4685-9034-996CAD788782}" type="sibTrans" cxnId="{67F1424B-BF5C-4423-8300-E6CF565B6D7E}">
      <dgm:prSet/>
      <dgm:spPr/>
      <dgm:t>
        <a:bodyPr/>
        <a:lstStyle/>
        <a:p>
          <a:endParaRPr lang="en-US"/>
        </a:p>
      </dgm:t>
    </dgm:pt>
    <dgm:pt modelId="{71EEE73A-4B62-4E86-90AF-041FD63F3717}" type="pres">
      <dgm:prSet presAssocID="{29CF45C1-F011-458C-A739-746E20C3872D}" presName="root" presStyleCnt="0">
        <dgm:presLayoutVars>
          <dgm:dir/>
          <dgm:resizeHandles val="exact"/>
        </dgm:presLayoutVars>
      </dgm:prSet>
      <dgm:spPr/>
    </dgm:pt>
    <dgm:pt modelId="{B1427DE0-A561-4D2E-9A05-59E163D09D43}" type="pres">
      <dgm:prSet presAssocID="{4DD658B6-CACB-4D88-BEEC-435404713E2B}" presName="compNode" presStyleCnt="0"/>
      <dgm:spPr/>
    </dgm:pt>
    <dgm:pt modelId="{B0616AF9-4C62-4763-B836-CE0A282A694C}" type="pres">
      <dgm:prSet presAssocID="{4DD658B6-CACB-4D88-BEEC-435404713E2B}" presName="bgRect" presStyleLbl="bgShp" presStyleIdx="0" presStyleCnt="4"/>
      <dgm:spPr/>
    </dgm:pt>
    <dgm:pt modelId="{56BF1E20-D39C-4BAD-A0EB-C0151375F4EC}" type="pres">
      <dgm:prSet presAssocID="{4DD658B6-CACB-4D88-BEEC-435404713E2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97763500-AAE0-459A-A984-7BB366A25406}" type="pres">
      <dgm:prSet presAssocID="{4DD658B6-CACB-4D88-BEEC-435404713E2B}" presName="spaceRect" presStyleCnt="0"/>
      <dgm:spPr/>
    </dgm:pt>
    <dgm:pt modelId="{097B5E24-9E94-40DD-AA3E-D207A1B9BEB0}" type="pres">
      <dgm:prSet presAssocID="{4DD658B6-CACB-4D88-BEEC-435404713E2B}" presName="parTx" presStyleLbl="revTx" presStyleIdx="0" presStyleCnt="8">
        <dgm:presLayoutVars>
          <dgm:chMax val="0"/>
          <dgm:chPref val="0"/>
        </dgm:presLayoutVars>
      </dgm:prSet>
      <dgm:spPr/>
    </dgm:pt>
    <dgm:pt modelId="{2DC09B5E-18C7-4801-A4B1-00F7803C8B97}" type="pres">
      <dgm:prSet presAssocID="{4DD658B6-CACB-4D88-BEEC-435404713E2B}" presName="desTx" presStyleLbl="revTx" presStyleIdx="1" presStyleCnt="8">
        <dgm:presLayoutVars/>
      </dgm:prSet>
      <dgm:spPr/>
    </dgm:pt>
    <dgm:pt modelId="{7F291F32-68F9-42A1-B54D-E27A93D4B9E0}" type="pres">
      <dgm:prSet presAssocID="{7F24E87F-82BE-43A1-ABB2-D925A421730E}" presName="sibTrans" presStyleCnt="0"/>
      <dgm:spPr/>
    </dgm:pt>
    <dgm:pt modelId="{B5354EBE-E8AD-4B2B-AA94-5140D93065B5}" type="pres">
      <dgm:prSet presAssocID="{C76666B5-4BD0-49A0-8028-30DDD1FE28D6}" presName="compNode" presStyleCnt="0"/>
      <dgm:spPr/>
    </dgm:pt>
    <dgm:pt modelId="{FA3C91B5-1342-4AE4-9B89-4832A4A10952}" type="pres">
      <dgm:prSet presAssocID="{C76666B5-4BD0-49A0-8028-30DDD1FE28D6}" presName="bgRect" presStyleLbl="bgShp" presStyleIdx="1" presStyleCnt="4"/>
      <dgm:spPr/>
    </dgm:pt>
    <dgm:pt modelId="{A81E4526-EC80-40E9-BDA8-AE5FF045B46B}" type="pres">
      <dgm:prSet presAssocID="{C76666B5-4BD0-49A0-8028-30DDD1FE28D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03293B25-FB95-4142-982A-4427F184C9F5}" type="pres">
      <dgm:prSet presAssocID="{C76666B5-4BD0-49A0-8028-30DDD1FE28D6}" presName="spaceRect" presStyleCnt="0"/>
      <dgm:spPr/>
    </dgm:pt>
    <dgm:pt modelId="{D4C5A9E6-7235-4A51-8C56-28D87846B8FD}" type="pres">
      <dgm:prSet presAssocID="{C76666B5-4BD0-49A0-8028-30DDD1FE28D6}" presName="parTx" presStyleLbl="revTx" presStyleIdx="2" presStyleCnt="8">
        <dgm:presLayoutVars>
          <dgm:chMax val="0"/>
          <dgm:chPref val="0"/>
        </dgm:presLayoutVars>
      </dgm:prSet>
      <dgm:spPr/>
    </dgm:pt>
    <dgm:pt modelId="{31AD3E31-A62A-42F3-B105-44CFABD65E42}" type="pres">
      <dgm:prSet presAssocID="{C76666B5-4BD0-49A0-8028-30DDD1FE28D6}" presName="desTx" presStyleLbl="revTx" presStyleIdx="3" presStyleCnt="8">
        <dgm:presLayoutVars/>
      </dgm:prSet>
      <dgm:spPr/>
    </dgm:pt>
    <dgm:pt modelId="{B6B0BA56-D32F-492F-BEB7-41665B3F5B76}" type="pres">
      <dgm:prSet presAssocID="{F0C43654-FCCE-4A90-96DC-BF25EF198221}" presName="sibTrans" presStyleCnt="0"/>
      <dgm:spPr/>
    </dgm:pt>
    <dgm:pt modelId="{BC4768C8-D7FE-438D-93D9-0CDB0882D6C3}" type="pres">
      <dgm:prSet presAssocID="{7EF8074B-3BA6-4307-8215-E31B731F93DD}" presName="compNode" presStyleCnt="0"/>
      <dgm:spPr/>
    </dgm:pt>
    <dgm:pt modelId="{A36F5F11-CFCA-47F7-8D25-D37AF3988ADD}" type="pres">
      <dgm:prSet presAssocID="{7EF8074B-3BA6-4307-8215-E31B731F93DD}" presName="bgRect" presStyleLbl="bgShp" presStyleIdx="2" presStyleCnt="4"/>
      <dgm:spPr/>
    </dgm:pt>
    <dgm:pt modelId="{5F684185-A2D2-4389-9748-115D298059E2}" type="pres">
      <dgm:prSet presAssocID="{7EF8074B-3BA6-4307-8215-E31B731F93D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1F0EDA1B-B360-4C01-8B2A-C56B4EE91340}" type="pres">
      <dgm:prSet presAssocID="{7EF8074B-3BA6-4307-8215-E31B731F93DD}" presName="spaceRect" presStyleCnt="0"/>
      <dgm:spPr/>
    </dgm:pt>
    <dgm:pt modelId="{4CB7463D-DE04-42F0-AA52-BD60A00AD44B}" type="pres">
      <dgm:prSet presAssocID="{7EF8074B-3BA6-4307-8215-E31B731F93DD}" presName="parTx" presStyleLbl="revTx" presStyleIdx="4" presStyleCnt="8">
        <dgm:presLayoutVars>
          <dgm:chMax val="0"/>
          <dgm:chPref val="0"/>
        </dgm:presLayoutVars>
      </dgm:prSet>
      <dgm:spPr/>
    </dgm:pt>
    <dgm:pt modelId="{C719E622-CE2A-4B7E-B455-B9143E1B342F}" type="pres">
      <dgm:prSet presAssocID="{7EF8074B-3BA6-4307-8215-E31B731F93DD}" presName="desTx" presStyleLbl="revTx" presStyleIdx="5" presStyleCnt="8">
        <dgm:presLayoutVars/>
      </dgm:prSet>
      <dgm:spPr/>
    </dgm:pt>
    <dgm:pt modelId="{9E717847-B99D-4EAB-B284-28D5540BD0D7}" type="pres">
      <dgm:prSet presAssocID="{8F9A1C9E-FDB7-46F8-B81C-9C612FA63F8D}" presName="sibTrans" presStyleCnt="0"/>
      <dgm:spPr/>
    </dgm:pt>
    <dgm:pt modelId="{2A16ABBB-8289-4463-8872-C5CB69C36F03}" type="pres">
      <dgm:prSet presAssocID="{36307E13-2944-40FC-9322-FA0005476C90}" presName="compNode" presStyleCnt="0"/>
      <dgm:spPr/>
    </dgm:pt>
    <dgm:pt modelId="{B24E62AA-4E49-4FDC-BC04-D995AE0B6100}" type="pres">
      <dgm:prSet presAssocID="{36307E13-2944-40FC-9322-FA0005476C90}" presName="bgRect" presStyleLbl="bgShp" presStyleIdx="3" presStyleCnt="4"/>
      <dgm:spPr/>
    </dgm:pt>
    <dgm:pt modelId="{AC7025C6-C8DB-4343-AD73-D08DFCB99C52}" type="pres">
      <dgm:prSet presAssocID="{36307E13-2944-40FC-9322-FA0005476C9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3445BBB6-A186-4D76-BAB6-3A36CE2B1CFC}" type="pres">
      <dgm:prSet presAssocID="{36307E13-2944-40FC-9322-FA0005476C90}" presName="spaceRect" presStyleCnt="0"/>
      <dgm:spPr/>
    </dgm:pt>
    <dgm:pt modelId="{B4BA6D11-92D2-4034-93B0-8FEA524685ED}" type="pres">
      <dgm:prSet presAssocID="{36307E13-2944-40FC-9322-FA0005476C90}" presName="parTx" presStyleLbl="revTx" presStyleIdx="6" presStyleCnt="8">
        <dgm:presLayoutVars>
          <dgm:chMax val="0"/>
          <dgm:chPref val="0"/>
        </dgm:presLayoutVars>
      </dgm:prSet>
      <dgm:spPr/>
    </dgm:pt>
    <dgm:pt modelId="{27B968EC-D99B-4D93-B584-A500E9EA80C8}" type="pres">
      <dgm:prSet presAssocID="{36307E13-2944-40FC-9322-FA0005476C90}" presName="desTx" presStyleLbl="revTx" presStyleIdx="7" presStyleCnt="8">
        <dgm:presLayoutVars/>
      </dgm:prSet>
      <dgm:spPr/>
    </dgm:pt>
  </dgm:ptLst>
  <dgm:cxnLst>
    <dgm:cxn modelId="{ECE8DC1A-18F1-43AF-AF11-9421C283801F}" srcId="{29CF45C1-F011-458C-A739-746E20C3872D}" destId="{C76666B5-4BD0-49A0-8028-30DDD1FE28D6}" srcOrd="1" destOrd="0" parTransId="{35223FD2-167B-4E82-9ECD-0AA1B6E7542C}" sibTransId="{F0C43654-FCCE-4A90-96DC-BF25EF198221}"/>
    <dgm:cxn modelId="{71DF671D-DC96-4D9C-9407-C59973B2E947}" srcId="{7EF8074B-3BA6-4307-8215-E31B731F93DD}" destId="{86FB89E4-D933-4DD2-B0EA-E7B8FB3B53E0}" srcOrd="1" destOrd="0" parTransId="{98AC28DB-10CA-44CB-BEDC-7A855D008E88}" sibTransId="{DBB23471-E4AC-4D59-91D4-622F48EF9F80}"/>
    <dgm:cxn modelId="{23DB9D1D-B741-4065-ACC6-13D744273527}" srcId="{36307E13-2944-40FC-9322-FA0005476C90}" destId="{E67178B5-1996-46E6-AA5D-67603D142659}" srcOrd="1" destOrd="0" parTransId="{7B917818-CB65-498D-AAB7-5338EE87532B}" sibTransId="{2DF6CBFC-932A-44CF-B075-5DCBDD275A9F}"/>
    <dgm:cxn modelId="{BC2CDC26-5B37-4053-AC97-BDAB27A5295C}" type="presOf" srcId="{4DD658B6-CACB-4D88-BEEC-435404713E2B}" destId="{097B5E24-9E94-40DD-AA3E-D207A1B9BEB0}" srcOrd="0" destOrd="0" presId="urn:microsoft.com/office/officeart/2018/2/layout/IconVerticalSolidList"/>
    <dgm:cxn modelId="{E1927F2A-290D-434A-87EE-71341D333EA3}" srcId="{29CF45C1-F011-458C-A739-746E20C3872D}" destId="{7EF8074B-3BA6-4307-8215-E31B731F93DD}" srcOrd="2" destOrd="0" parTransId="{322C2DE0-FF99-405D-A1F1-44A551CDE876}" sibTransId="{8F9A1C9E-FDB7-46F8-B81C-9C612FA63F8D}"/>
    <dgm:cxn modelId="{51BA6C33-51CB-46B1-8691-F7AC8F16B8AE}" type="presOf" srcId="{29CF45C1-F011-458C-A739-746E20C3872D}" destId="{71EEE73A-4B62-4E86-90AF-041FD63F3717}" srcOrd="0" destOrd="0" presId="urn:microsoft.com/office/officeart/2018/2/layout/IconVerticalSolidList"/>
    <dgm:cxn modelId="{2098B739-83B7-4168-9F89-B7748D8765BD}" srcId="{4DD658B6-CACB-4D88-BEEC-435404713E2B}" destId="{7F201BD5-BB38-4362-BDD7-B53A9F6FF1F9}" srcOrd="2" destOrd="0" parTransId="{2823192D-870B-4358-84AD-DB7F11FE5237}" sibTransId="{56C6CFE9-D1D6-4CEF-B180-94EC1424F6E8}"/>
    <dgm:cxn modelId="{D693613B-5D43-47B9-A9F8-A4EA83C1A641}" srcId="{C76666B5-4BD0-49A0-8028-30DDD1FE28D6}" destId="{432E9729-B705-46E7-93A7-3C394321AE7E}" srcOrd="1" destOrd="0" parTransId="{3C0F398F-75B5-4BFF-8E03-60FE290AAC8E}" sibTransId="{8BCA00A0-B598-4582-BFC8-67A352C937F3}"/>
    <dgm:cxn modelId="{8D96FF3D-91D2-495E-9E4C-3C15EBA37416}" type="presOf" srcId="{134C53E4-B735-459E-AE64-65D1999A74BE}" destId="{C719E622-CE2A-4B7E-B455-B9143E1B342F}" srcOrd="0" destOrd="0" presId="urn:microsoft.com/office/officeart/2018/2/layout/IconVerticalSolidList"/>
    <dgm:cxn modelId="{96D8ED4A-EB67-432F-83C1-848CF9D29648}" type="presOf" srcId="{E67178B5-1996-46E6-AA5D-67603D142659}" destId="{27B968EC-D99B-4D93-B584-A500E9EA80C8}" srcOrd="0" destOrd="1" presId="urn:microsoft.com/office/officeart/2018/2/layout/IconVerticalSolidList"/>
    <dgm:cxn modelId="{67F1424B-BF5C-4423-8300-E6CF565B6D7E}" srcId="{36307E13-2944-40FC-9322-FA0005476C90}" destId="{A39C4F4C-30ED-41AC-9BE6-164E34E52BB7}" srcOrd="2" destOrd="0" parTransId="{3DB75B88-6112-45B0-835C-77DFFB0C71E2}" sibTransId="{5212E3A9-CF2D-4685-9034-996CAD788782}"/>
    <dgm:cxn modelId="{E163D652-4852-4AAB-8A25-B57CEE2DAD8D}" srcId="{36307E13-2944-40FC-9322-FA0005476C90}" destId="{E1B49833-8C15-4716-BE3C-3951F598CA2E}" srcOrd="0" destOrd="0" parTransId="{5D9676EC-A0F1-48A2-89C3-E39075DD9FB5}" sibTransId="{FF9049A4-D2DF-4684-92E3-8155AD81E701}"/>
    <dgm:cxn modelId="{FCFBFA57-FEA7-461A-9A19-5E77F1F1C872}" type="presOf" srcId="{95C82F28-92F3-49A2-A853-AB5A126D844F}" destId="{31AD3E31-A62A-42F3-B105-44CFABD65E42}" srcOrd="0" destOrd="0" presId="urn:microsoft.com/office/officeart/2018/2/layout/IconVerticalSolidList"/>
    <dgm:cxn modelId="{19535A58-BF05-43AA-AAD7-0F8D12FA2802}" type="presOf" srcId="{36307E13-2944-40FC-9322-FA0005476C90}" destId="{B4BA6D11-92D2-4034-93B0-8FEA524685ED}" srcOrd="0" destOrd="0" presId="urn:microsoft.com/office/officeart/2018/2/layout/IconVerticalSolidList"/>
    <dgm:cxn modelId="{5A7F1A62-D0CE-4DB0-A53B-3BB14AD09B38}" type="presOf" srcId="{906847A6-92A0-45AB-82A1-D633A64CD0E1}" destId="{2DC09B5E-18C7-4801-A4B1-00F7803C8B97}" srcOrd="0" destOrd="1" presId="urn:microsoft.com/office/officeart/2018/2/layout/IconVerticalSolidList"/>
    <dgm:cxn modelId="{BF9BF565-8714-49D9-9A44-EC395591C3C0}" type="presOf" srcId="{E1B49833-8C15-4716-BE3C-3951F598CA2E}" destId="{27B968EC-D99B-4D93-B584-A500E9EA80C8}" srcOrd="0" destOrd="0" presId="urn:microsoft.com/office/officeart/2018/2/layout/IconVerticalSolidList"/>
    <dgm:cxn modelId="{1D679770-4DA6-4C17-B986-2125AF048E33}" type="presOf" srcId="{7F201BD5-BB38-4362-BDD7-B53A9F6FF1F9}" destId="{2DC09B5E-18C7-4801-A4B1-00F7803C8B97}" srcOrd="0" destOrd="2" presId="urn:microsoft.com/office/officeart/2018/2/layout/IconVerticalSolidList"/>
    <dgm:cxn modelId="{26540182-D130-486D-B178-C1587BF5FCA3}" type="presOf" srcId="{432E9729-B705-46E7-93A7-3C394321AE7E}" destId="{31AD3E31-A62A-42F3-B105-44CFABD65E42}" srcOrd="0" destOrd="1" presId="urn:microsoft.com/office/officeart/2018/2/layout/IconVerticalSolidList"/>
    <dgm:cxn modelId="{E5B78D98-F612-4330-B32B-41FCCCEC5126}" type="presOf" srcId="{7EF8074B-3BA6-4307-8215-E31B731F93DD}" destId="{4CB7463D-DE04-42F0-AA52-BD60A00AD44B}" srcOrd="0" destOrd="0" presId="urn:microsoft.com/office/officeart/2018/2/layout/IconVerticalSolidList"/>
    <dgm:cxn modelId="{3F294A9B-1F25-4CE9-8ABD-19E1DEFB3F43}" type="presOf" srcId="{86FB89E4-D933-4DD2-B0EA-E7B8FB3B53E0}" destId="{C719E622-CE2A-4B7E-B455-B9143E1B342F}" srcOrd="0" destOrd="1" presId="urn:microsoft.com/office/officeart/2018/2/layout/IconVerticalSolidList"/>
    <dgm:cxn modelId="{A33168AA-80EC-4600-AFE7-34E048ABD75F}" srcId="{7EF8074B-3BA6-4307-8215-E31B731F93DD}" destId="{134C53E4-B735-459E-AE64-65D1999A74BE}" srcOrd="0" destOrd="0" parTransId="{6CEF4CE2-E5D9-45C4-A3B5-F6C3AB0E3415}" sibTransId="{633C3DF5-C776-4878-AE53-73D051D58CAF}"/>
    <dgm:cxn modelId="{BDD329AC-470F-48DC-BCA8-702C7169D883}" srcId="{29CF45C1-F011-458C-A739-746E20C3872D}" destId="{4DD658B6-CACB-4D88-BEEC-435404713E2B}" srcOrd="0" destOrd="0" parTransId="{C50AE669-B807-47E8-B279-C92D76912D9E}" sibTransId="{7F24E87F-82BE-43A1-ABB2-D925A421730E}"/>
    <dgm:cxn modelId="{EE6B74AC-8F68-48CB-BBED-B60C8D16F320}" type="presOf" srcId="{C76666B5-4BD0-49A0-8028-30DDD1FE28D6}" destId="{D4C5A9E6-7235-4A51-8C56-28D87846B8FD}" srcOrd="0" destOrd="0" presId="urn:microsoft.com/office/officeart/2018/2/layout/IconVerticalSolidList"/>
    <dgm:cxn modelId="{5D4DAFAC-0F16-49FC-8B65-B982D7100C2F}" type="presOf" srcId="{D51D5C00-D270-474D-B076-47484D036BC4}" destId="{2DC09B5E-18C7-4801-A4B1-00F7803C8B97}" srcOrd="0" destOrd="0" presId="urn:microsoft.com/office/officeart/2018/2/layout/IconVerticalSolidList"/>
    <dgm:cxn modelId="{D30C5AC2-3F62-4BEF-9054-4A858B99AADA}" srcId="{4DD658B6-CACB-4D88-BEEC-435404713E2B}" destId="{D51D5C00-D270-474D-B076-47484D036BC4}" srcOrd="0" destOrd="0" parTransId="{782D1FCD-EE83-40BF-B754-F482E1B79699}" sibTransId="{4AE296CA-A885-4920-A294-55D84D3442B0}"/>
    <dgm:cxn modelId="{441AC8C7-6152-4381-8AB5-D654665C103E}" type="presOf" srcId="{A39C4F4C-30ED-41AC-9BE6-164E34E52BB7}" destId="{27B968EC-D99B-4D93-B584-A500E9EA80C8}" srcOrd="0" destOrd="2" presId="urn:microsoft.com/office/officeart/2018/2/layout/IconVerticalSolidList"/>
    <dgm:cxn modelId="{5744AECD-AC4D-46BC-AA6B-408050F7774B}" srcId="{4DD658B6-CACB-4D88-BEEC-435404713E2B}" destId="{906847A6-92A0-45AB-82A1-D633A64CD0E1}" srcOrd="1" destOrd="0" parTransId="{B6C3E44F-5D0D-4251-9BF0-3985341DE371}" sibTransId="{40A25371-CE62-44D8-98D1-2B429DA2F2C8}"/>
    <dgm:cxn modelId="{19E850D9-18F8-4E51-988A-30076F6B3FE3}" srcId="{C76666B5-4BD0-49A0-8028-30DDD1FE28D6}" destId="{95C82F28-92F3-49A2-A853-AB5A126D844F}" srcOrd="0" destOrd="0" parTransId="{D18B5A3E-6342-4759-8BA8-841B7005A212}" sibTransId="{A541B245-C3CB-49C6-8BF9-8F383AB7A423}"/>
    <dgm:cxn modelId="{8D8A95DC-0350-429E-AC61-E0FB25EDFFC9}" srcId="{29CF45C1-F011-458C-A739-746E20C3872D}" destId="{36307E13-2944-40FC-9322-FA0005476C90}" srcOrd="3" destOrd="0" parTransId="{294D87BF-9707-4FDC-8C43-906FE49F8B86}" sibTransId="{72ABFD12-CEA6-4B83-96FE-EDFC59493A86}"/>
    <dgm:cxn modelId="{B8EDD966-3664-46E9-B047-054EC7A06F1C}" type="presParOf" srcId="{71EEE73A-4B62-4E86-90AF-041FD63F3717}" destId="{B1427DE0-A561-4D2E-9A05-59E163D09D43}" srcOrd="0" destOrd="0" presId="urn:microsoft.com/office/officeart/2018/2/layout/IconVerticalSolidList"/>
    <dgm:cxn modelId="{A9A505FC-141C-4DEC-8D2E-D5F55276227F}" type="presParOf" srcId="{B1427DE0-A561-4D2E-9A05-59E163D09D43}" destId="{B0616AF9-4C62-4763-B836-CE0A282A694C}" srcOrd="0" destOrd="0" presId="urn:microsoft.com/office/officeart/2018/2/layout/IconVerticalSolidList"/>
    <dgm:cxn modelId="{5D14616D-F8BB-41A6-BF56-E9E81EC7114D}" type="presParOf" srcId="{B1427DE0-A561-4D2E-9A05-59E163D09D43}" destId="{56BF1E20-D39C-4BAD-A0EB-C0151375F4EC}" srcOrd="1" destOrd="0" presId="urn:microsoft.com/office/officeart/2018/2/layout/IconVerticalSolidList"/>
    <dgm:cxn modelId="{5615A407-09C8-4848-9E62-BE00C9C25666}" type="presParOf" srcId="{B1427DE0-A561-4D2E-9A05-59E163D09D43}" destId="{97763500-AAE0-459A-A984-7BB366A25406}" srcOrd="2" destOrd="0" presId="urn:microsoft.com/office/officeart/2018/2/layout/IconVerticalSolidList"/>
    <dgm:cxn modelId="{317CA9AE-B56A-4402-AD1A-4DA21F948B65}" type="presParOf" srcId="{B1427DE0-A561-4D2E-9A05-59E163D09D43}" destId="{097B5E24-9E94-40DD-AA3E-D207A1B9BEB0}" srcOrd="3" destOrd="0" presId="urn:microsoft.com/office/officeart/2018/2/layout/IconVerticalSolidList"/>
    <dgm:cxn modelId="{8F6B4F70-B225-48CF-8425-431795584ECE}" type="presParOf" srcId="{B1427DE0-A561-4D2E-9A05-59E163D09D43}" destId="{2DC09B5E-18C7-4801-A4B1-00F7803C8B97}" srcOrd="4" destOrd="0" presId="urn:microsoft.com/office/officeart/2018/2/layout/IconVerticalSolidList"/>
    <dgm:cxn modelId="{001E7A00-A676-4B57-A6F3-DCD8C87010CE}" type="presParOf" srcId="{71EEE73A-4B62-4E86-90AF-041FD63F3717}" destId="{7F291F32-68F9-42A1-B54D-E27A93D4B9E0}" srcOrd="1" destOrd="0" presId="urn:microsoft.com/office/officeart/2018/2/layout/IconVerticalSolidList"/>
    <dgm:cxn modelId="{DF43728D-584C-4BF2-B92C-55336B9150A6}" type="presParOf" srcId="{71EEE73A-4B62-4E86-90AF-041FD63F3717}" destId="{B5354EBE-E8AD-4B2B-AA94-5140D93065B5}" srcOrd="2" destOrd="0" presId="urn:microsoft.com/office/officeart/2018/2/layout/IconVerticalSolidList"/>
    <dgm:cxn modelId="{A8D10D91-AFA5-4321-AE28-B83E6603D252}" type="presParOf" srcId="{B5354EBE-E8AD-4B2B-AA94-5140D93065B5}" destId="{FA3C91B5-1342-4AE4-9B89-4832A4A10952}" srcOrd="0" destOrd="0" presId="urn:microsoft.com/office/officeart/2018/2/layout/IconVerticalSolidList"/>
    <dgm:cxn modelId="{9EA49A42-DE96-4DC6-A280-C414A7F28B5B}" type="presParOf" srcId="{B5354EBE-E8AD-4B2B-AA94-5140D93065B5}" destId="{A81E4526-EC80-40E9-BDA8-AE5FF045B46B}" srcOrd="1" destOrd="0" presId="urn:microsoft.com/office/officeart/2018/2/layout/IconVerticalSolidList"/>
    <dgm:cxn modelId="{14A9F592-7729-4955-816F-C31C32E95B86}" type="presParOf" srcId="{B5354EBE-E8AD-4B2B-AA94-5140D93065B5}" destId="{03293B25-FB95-4142-982A-4427F184C9F5}" srcOrd="2" destOrd="0" presId="urn:microsoft.com/office/officeart/2018/2/layout/IconVerticalSolidList"/>
    <dgm:cxn modelId="{51D531C5-E5B1-4A79-991A-45D34DE9B234}" type="presParOf" srcId="{B5354EBE-E8AD-4B2B-AA94-5140D93065B5}" destId="{D4C5A9E6-7235-4A51-8C56-28D87846B8FD}" srcOrd="3" destOrd="0" presId="urn:microsoft.com/office/officeart/2018/2/layout/IconVerticalSolidList"/>
    <dgm:cxn modelId="{909A35F3-5F01-4AA4-AB85-035B8314AB07}" type="presParOf" srcId="{B5354EBE-E8AD-4B2B-AA94-5140D93065B5}" destId="{31AD3E31-A62A-42F3-B105-44CFABD65E42}" srcOrd="4" destOrd="0" presId="urn:microsoft.com/office/officeart/2018/2/layout/IconVerticalSolidList"/>
    <dgm:cxn modelId="{BCBCE862-44BD-45C6-B234-46F6D3E894CF}" type="presParOf" srcId="{71EEE73A-4B62-4E86-90AF-041FD63F3717}" destId="{B6B0BA56-D32F-492F-BEB7-41665B3F5B76}" srcOrd="3" destOrd="0" presId="urn:microsoft.com/office/officeart/2018/2/layout/IconVerticalSolidList"/>
    <dgm:cxn modelId="{DEB6D4AB-6359-4194-B395-A488B2972C5E}" type="presParOf" srcId="{71EEE73A-4B62-4E86-90AF-041FD63F3717}" destId="{BC4768C8-D7FE-438D-93D9-0CDB0882D6C3}" srcOrd="4" destOrd="0" presId="urn:microsoft.com/office/officeart/2018/2/layout/IconVerticalSolidList"/>
    <dgm:cxn modelId="{B04302FA-DE32-4D91-8E84-56ADA0AB80D4}" type="presParOf" srcId="{BC4768C8-D7FE-438D-93D9-0CDB0882D6C3}" destId="{A36F5F11-CFCA-47F7-8D25-D37AF3988ADD}" srcOrd="0" destOrd="0" presId="urn:microsoft.com/office/officeart/2018/2/layout/IconVerticalSolidList"/>
    <dgm:cxn modelId="{44AA8FD0-89EC-469A-A9DF-E837F45C03CE}" type="presParOf" srcId="{BC4768C8-D7FE-438D-93D9-0CDB0882D6C3}" destId="{5F684185-A2D2-4389-9748-115D298059E2}" srcOrd="1" destOrd="0" presId="urn:microsoft.com/office/officeart/2018/2/layout/IconVerticalSolidList"/>
    <dgm:cxn modelId="{0FC42CFC-E137-488F-95BD-AC2E367E9F1D}" type="presParOf" srcId="{BC4768C8-D7FE-438D-93D9-0CDB0882D6C3}" destId="{1F0EDA1B-B360-4C01-8B2A-C56B4EE91340}" srcOrd="2" destOrd="0" presId="urn:microsoft.com/office/officeart/2018/2/layout/IconVerticalSolidList"/>
    <dgm:cxn modelId="{1FFC9DB0-5FA3-49A6-B8E0-E6713EDC0827}" type="presParOf" srcId="{BC4768C8-D7FE-438D-93D9-0CDB0882D6C3}" destId="{4CB7463D-DE04-42F0-AA52-BD60A00AD44B}" srcOrd="3" destOrd="0" presId="urn:microsoft.com/office/officeart/2018/2/layout/IconVerticalSolidList"/>
    <dgm:cxn modelId="{4F0CBF48-8683-4B2A-A8A0-66032C8A735A}" type="presParOf" srcId="{BC4768C8-D7FE-438D-93D9-0CDB0882D6C3}" destId="{C719E622-CE2A-4B7E-B455-B9143E1B342F}" srcOrd="4" destOrd="0" presId="urn:microsoft.com/office/officeart/2018/2/layout/IconVerticalSolidList"/>
    <dgm:cxn modelId="{1658E546-AE61-44DE-BC38-A6FA744A4F29}" type="presParOf" srcId="{71EEE73A-4B62-4E86-90AF-041FD63F3717}" destId="{9E717847-B99D-4EAB-B284-28D5540BD0D7}" srcOrd="5" destOrd="0" presId="urn:microsoft.com/office/officeart/2018/2/layout/IconVerticalSolidList"/>
    <dgm:cxn modelId="{CCE3CFE4-3CB1-4827-919C-8C1566984EDB}" type="presParOf" srcId="{71EEE73A-4B62-4E86-90AF-041FD63F3717}" destId="{2A16ABBB-8289-4463-8872-C5CB69C36F03}" srcOrd="6" destOrd="0" presId="urn:microsoft.com/office/officeart/2018/2/layout/IconVerticalSolidList"/>
    <dgm:cxn modelId="{E25371FA-A3B6-4276-A412-42630888D80B}" type="presParOf" srcId="{2A16ABBB-8289-4463-8872-C5CB69C36F03}" destId="{B24E62AA-4E49-4FDC-BC04-D995AE0B6100}" srcOrd="0" destOrd="0" presId="urn:microsoft.com/office/officeart/2018/2/layout/IconVerticalSolidList"/>
    <dgm:cxn modelId="{FDDEA312-1A64-4635-887F-0785617B335F}" type="presParOf" srcId="{2A16ABBB-8289-4463-8872-C5CB69C36F03}" destId="{AC7025C6-C8DB-4343-AD73-D08DFCB99C52}" srcOrd="1" destOrd="0" presId="urn:microsoft.com/office/officeart/2018/2/layout/IconVerticalSolidList"/>
    <dgm:cxn modelId="{72984126-14A1-405C-89A4-752886E7B472}" type="presParOf" srcId="{2A16ABBB-8289-4463-8872-C5CB69C36F03}" destId="{3445BBB6-A186-4D76-BAB6-3A36CE2B1CFC}" srcOrd="2" destOrd="0" presId="urn:microsoft.com/office/officeart/2018/2/layout/IconVerticalSolidList"/>
    <dgm:cxn modelId="{4FD5A79D-3BFC-4677-8947-8C06C034CE72}" type="presParOf" srcId="{2A16ABBB-8289-4463-8872-C5CB69C36F03}" destId="{B4BA6D11-92D2-4034-93B0-8FEA524685ED}" srcOrd="3" destOrd="0" presId="urn:microsoft.com/office/officeart/2018/2/layout/IconVerticalSolidList"/>
    <dgm:cxn modelId="{43C0E8BB-17E3-479A-88EA-14D5AF645DEC}" type="presParOf" srcId="{2A16ABBB-8289-4463-8872-C5CB69C36F03}" destId="{27B968EC-D99B-4D93-B584-A500E9EA80C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2F6838-B6E2-467C-AC4C-9B1B47DD473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0C821A7-8A13-4AD9-AB54-70BDE13B91EB}">
      <dgm:prSet/>
      <dgm:spPr/>
      <dgm:t>
        <a:bodyPr/>
        <a:lstStyle/>
        <a:p>
          <a:r>
            <a:rPr lang="en-US" b="0" i="0" baseline="0"/>
            <a:t>Optimizer: Adam, learning rate 0.0002, beta1 = 0.5 </a:t>
          </a:r>
          <a:endParaRPr lang="en-US"/>
        </a:p>
      </dgm:t>
    </dgm:pt>
    <dgm:pt modelId="{54A892EE-6B78-451E-9BE2-216AE83A79B1}" type="parTrans" cxnId="{3BD824AC-ED4F-4BC9-BFF7-AC39E8D475DA}">
      <dgm:prSet/>
      <dgm:spPr/>
      <dgm:t>
        <a:bodyPr/>
        <a:lstStyle/>
        <a:p>
          <a:endParaRPr lang="en-US"/>
        </a:p>
      </dgm:t>
    </dgm:pt>
    <dgm:pt modelId="{DCEA1881-D841-45CA-8DB2-069DA3C6756F}" type="sibTrans" cxnId="{3BD824AC-ED4F-4BC9-BFF7-AC39E8D475DA}">
      <dgm:prSet/>
      <dgm:spPr/>
      <dgm:t>
        <a:bodyPr/>
        <a:lstStyle/>
        <a:p>
          <a:endParaRPr lang="en-US"/>
        </a:p>
      </dgm:t>
    </dgm:pt>
    <dgm:pt modelId="{03ABE3CC-F95C-421C-8925-7CD9D12D5B45}">
      <dgm:prSet/>
      <dgm:spPr/>
      <dgm:t>
        <a:bodyPr/>
        <a:lstStyle/>
        <a:p>
          <a:r>
            <a:rPr lang="en-US" b="0" i="0" baseline="0"/>
            <a:t>Schedule: 100 epochs fixed learning rate, 100 epochs linear decay to zero </a:t>
          </a:r>
          <a:endParaRPr lang="en-US"/>
        </a:p>
      </dgm:t>
    </dgm:pt>
    <dgm:pt modelId="{5D44270F-8AB1-405E-BED6-7FA94DA56FD2}" type="parTrans" cxnId="{C45EE66E-8A15-43C0-80D5-8FC2EB5F00F5}">
      <dgm:prSet/>
      <dgm:spPr/>
      <dgm:t>
        <a:bodyPr/>
        <a:lstStyle/>
        <a:p>
          <a:endParaRPr lang="en-US"/>
        </a:p>
      </dgm:t>
    </dgm:pt>
    <dgm:pt modelId="{DE938D0B-38DB-4D16-A7B0-E4664A2A0BFA}" type="sibTrans" cxnId="{C45EE66E-8A15-43C0-80D5-8FC2EB5F00F5}">
      <dgm:prSet/>
      <dgm:spPr/>
      <dgm:t>
        <a:bodyPr/>
        <a:lstStyle/>
        <a:p>
          <a:endParaRPr lang="en-US"/>
        </a:p>
      </dgm:t>
    </dgm:pt>
    <dgm:pt modelId="{D5AD66AB-EB21-4E82-BE31-624FF5348E45}">
      <dgm:prSet/>
      <dgm:spPr/>
      <dgm:t>
        <a:bodyPr/>
        <a:lstStyle/>
        <a:p>
          <a:r>
            <a:rPr lang="en-US" b="0" i="0" baseline="0" dirty="0"/>
            <a:t>Batch size: 1 (GPU memory constraint at 640×320) </a:t>
          </a:r>
          <a:endParaRPr lang="en-US" dirty="0"/>
        </a:p>
      </dgm:t>
    </dgm:pt>
    <dgm:pt modelId="{C87B5F56-310D-4BAF-A28F-98F341A23CBE}" type="parTrans" cxnId="{CFC0A22D-1FCA-4B5D-AD79-1CF42DBCD1BE}">
      <dgm:prSet/>
      <dgm:spPr/>
      <dgm:t>
        <a:bodyPr/>
        <a:lstStyle/>
        <a:p>
          <a:endParaRPr lang="en-US"/>
        </a:p>
      </dgm:t>
    </dgm:pt>
    <dgm:pt modelId="{C827AF03-6E69-463B-AFBD-93E34F9E51B3}" type="sibTrans" cxnId="{CFC0A22D-1FCA-4B5D-AD79-1CF42DBCD1BE}">
      <dgm:prSet/>
      <dgm:spPr/>
      <dgm:t>
        <a:bodyPr/>
        <a:lstStyle/>
        <a:p>
          <a:endParaRPr lang="en-US"/>
        </a:p>
      </dgm:t>
    </dgm:pt>
    <dgm:pt modelId="{7E1E9580-329A-409A-80DD-6F26B1451952}">
      <dgm:prSet/>
      <dgm:spPr/>
      <dgm:t>
        <a:bodyPr/>
        <a:lstStyle/>
        <a:p>
          <a:r>
            <a:rPr lang="en-US" b="0" i="0" baseline="0"/>
            <a:t>Loss: LSGAN adversarial + cycle consistency (λ=100) + identity loss </a:t>
          </a:r>
          <a:endParaRPr lang="en-US"/>
        </a:p>
      </dgm:t>
    </dgm:pt>
    <dgm:pt modelId="{982A555D-91B9-4ADB-B66E-4E75CDF6DCB6}" type="parTrans" cxnId="{1101DD1C-2D2A-412E-B0F3-807CC9A6F45B}">
      <dgm:prSet/>
      <dgm:spPr/>
      <dgm:t>
        <a:bodyPr/>
        <a:lstStyle/>
        <a:p>
          <a:endParaRPr lang="en-US"/>
        </a:p>
      </dgm:t>
    </dgm:pt>
    <dgm:pt modelId="{111093F9-B503-4553-A726-7CC4A8655048}" type="sibTrans" cxnId="{1101DD1C-2D2A-412E-B0F3-807CC9A6F45B}">
      <dgm:prSet/>
      <dgm:spPr/>
      <dgm:t>
        <a:bodyPr/>
        <a:lstStyle/>
        <a:p>
          <a:endParaRPr lang="en-US"/>
        </a:p>
      </dgm:t>
    </dgm:pt>
    <dgm:pt modelId="{DBA3F1BD-C491-4260-B1C4-A0E7013E5CF2}">
      <dgm:prSet/>
      <dgm:spPr/>
      <dgm:t>
        <a:bodyPr/>
        <a:lstStyle/>
        <a:p>
          <a:r>
            <a:rPr lang="en-US" b="0" i="0" baseline="0"/>
            <a:t>Instance normalization throughout, normal weight initialization </a:t>
          </a:r>
          <a:endParaRPr lang="en-US"/>
        </a:p>
      </dgm:t>
    </dgm:pt>
    <dgm:pt modelId="{F7763951-70AF-4C34-8181-89EB286E39E8}" type="parTrans" cxnId="{D3597CBD-3B23-457B-BA6C-C430C44B899F}">
      <dgm:prSet/>
      <dgm:spPr/>
      <dgm:t>
        <a:bodyPr/>
        <a:lstStyle/>
        <a:p>
          <a:endParaRPr lang="en-US"/>
        </a:p>
      </dgm:t>
    </dgm:pt>
    <dgm:pt modelId="{130217B4-D021-41F0-BE90-009D0F1959DA}" type="sibTrans" cxnId="{D3597CBD-3B23-457B-BA6C-C430C44B899F}">
      <dgm:prSet/>
      <dgm:spPr/>
      <dgm:t>
        <a:bodyPr/>
        <a:lstStyle/>
        <a:p>
          <a:endParaRPr lang="en-US"/>
        </a:p>
      </dgm:t>
    </dgm:pt>
    <dgm:pt modelId="{54ECBEEB-E9F3-434B-BF88-B75F5CA28D02}">
      <dgm:prSet/>
      <dgm:spPr/>
      <dgm:t>
        <a:bodyPr/>
        <a:lstStyle/>
        <a:p>
          <a:r>
            <a:rPr lang="en-US" b="0" i="0" baseline="0"/>
            <a:t>Discriminator history buffer of 50 images to prevent oscillation </a:t>
          </a:r>
          <a:endParaRPr lang="en-US"/>
        </a:p>
      </dgm:t>
    </dgm:pt>
    <dgm:pt modelId="{8F8C1B7C-9507-44BE-B1EF-A2A88A884193}" type="parTrans" cxnId="{77C33D1A-8BD7-4BB6-B37F-D82C481B3F87}">
      <dgm:prSet/>
      <dgm:spPr/>
      <dgm:t>
        <a:bodyPr/>
        <a:lstStyle/>
        <a:p>
          <a:endParaRPr lang="en-US"/>
        </a:p>
      </dgm:t>
    </dgm:pt>
    <dgm:pt modelId="{E49FCF3E-2ED7-4360-8009-9294AA81493B}" type="sibTrans" cxnId="{77C33D1A-8BD7-4BB6-B37F-D82C481B3F87}">
      <dgm:prSet/>
      <dgm:spPr/>
      <dgm:t>
        <a:bodyPr/>
        <a:lstStyle/>
        <a:p>
          <a:endParaRPr lang="en-US"/>
        </a:p>
      </dgm:t>
    </dgm:pt>
    <dgm:pt modelId="{B500488A-D915-4274-BC06-4C60566355AE}">
      <dgm:prSet/>
      <dgm:spPr/>
      <dgm:t>
        <a:bodyPr/>
        <a:lstStyle/>
        <a:p>
          <a:r>
            <a:rPr lang="en-US" b="0" i="0" baseline="0"/>
            <a:t>Six metrics computed per slice: PSNR, NMSE, SSIM, LPIPS, GMSD, VIFp </a:t>
          </a:r>
          <a:endParaRPr lang="en-US"/>
        </a:p>
      </dgm:t>
    </dgm:pt>
    <dgm:pt modelId="{3794F32D-BD3E-4A03-96D7-F165FFAE2DD3}" type="parTrans" cxnId="{ACFA6392-6270-41ED-B3E0-E9996D8A12FF}">
      <dgm:prSet/>
      <dgm:spPr/>
      <dgm:t>
        <a:bodyPr/>
        <a:lstStyle/>
        <a:p>
          <a:endParaRPr lang="en-US"/>
        </a:p>
      </dgm:t>
    </dgm:pt>
    <dgm:pt modelId="{CAEC8F20-A6E0-4431-9956-A38E28605227}" type="sibTrans" cxnId="{ACFA6392-6270-41ED-B3E0-E9996D8A12FF}">
      <dgm:prSet/>
      <dgm:spPr/>
      <dgm:t>
        <a:bodyPr/>
        <a:lstStyle/>
        <a:p>
          <a:endParaRPr lang="en-US"/>
        </a:p>
      </dgm:t>
    </dgm:pt>
    <dgm:pt modelId="{35729D9B-40BE-4F2F-9B64-933B024B2DF0}">
      <dgm:prSet/>
      <dgm:spPr/>
      <dgm:t>
        <a:bodyPr/>
        <a:lstStyle/>
        <a:p>
          <a:r>
            <a:rPr lang="en-US" b="0" i="0" baseline="0"/>
            <a:t>Baseline: same metrics on raw low-dose input for direct comparison</a:t>
          </a:r>
          <a:endParaRPr lang="en-US"/>
        </a:p>
      </dgm:t>
    </dgm:pt>
    <dgm:pt modelId="{D58EFA0F-81AB-4064-983A-DDF59911C017}" type="parTrans" cxnId="{38E5E455-39CF-4420-964C-55703AD599B1}">
      <dgm:prSet/>
      <dgm:spPr/>
      <dgm:t>
        <a:bodyPr/>
        <a:lstStyle/>
        <a:p>
          <a:endParaRPr lang="en-US"/>
        </a:p>
      </dgm:t>
    </dgm:pt>
    <dgm:pt modelId="{ED723728-AC6E-4B19-834F-6936D394194D}" type="sibTrans" cxnId="{38E5E455-39CF-4420-964C-55703AD599B1}">
      <dgm:prSet/>
      <dgm:spPr/>
      <dgm:t>
        <a:bodyPr/>
        <a:lstStyle/>
        <a:p>
          <a:endParaRPr lang="en-US"/>
        </a:p>
      </dgm:t>
    </dgm:pt>
    <dgm:pt modelId="{2DDF9E08-63ED-9E40-8159-76213B485AE7}" type="pres">
      <dgm:prSet presAssocID="{422F6838-B6E2-467C-AC4C-9B1B47DD473E}" presName="linear" presStyleCnt="0">
        <dgm:presLayoutVars>
          <dgm:animLvl val="lvl"/>
          <dgm:resizeHandles val="exact"/>
        </dgm:presLayoutVars>
      </dgm:prSet>
      <dgm:spPr/>
    </dgm:pt>
    <dgm:pt modelId="{98AC1CD7-32BB-C143-AFEE-68F9CB233485}" type="pres">
      <dgm:prSet presAssocID="{E0C821A7-8A13-4AD9-AB54-70BDE13B91E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02D739D-DEC2-2B4C-BC65-FD3855787705}" type="pres">
      <dgm:prSet presAssocID="{DCEA1881-D841-45CA-8DB2-069DA3C6756F}" presName="spacer" presStyleCnt="0"/>
      <dgm:spPr/>
    </dgm:pt>
    <dgm:pt modelId="{3690BDC6-F82A-0044-9FB9-91D56E86F548}" type="pres">
      <dgm:prSet presAssocID="{03ABE3CC-F95C-421C-8925-7CD9D12D5B4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4A236758-503D-2E41-8BB4-386595774A9A}" type="pres">
      <dgm:prSet presAssocID="{DE938D0B-38DB-4D16-A7B0-E4664A2A0BFA}" presName="spacer" presStyleCnt="0"/>
      <dgm:spPr/>
    </dgm:pt>
    <dgm:pt modelId="{7988329A-94CD-EA4D-A7CD-78C306832508}" type="pres">
      <dgm:prSet presAssocID="{D5AD66AB-EB21-4E82-BE31-624FF5348E4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D446B158-CBA6-354D-B216-C47494E0E278}" type="pres">
      <dgm:prSet presAssocID="{C827AF03-6E69-463B-AFBD-93E34F9E51B3}" presName="spacer" presStyleCnt="0"/>
      <dgm:spPr/>
    </dgm:pt>
    <dgm:pt modelId="{CC1E762A-7A1A-BB42-A1F5-AD5B2287D79D}" type="pres">
      <dgm:prSet presAssocID="{7E1E9580-329A-409A-80DD-6F26B145195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F46A065-E410-EB41-8A2D-C1CF39CFA824}" type="pres">
      <dgm:prSet presAssocID="{111093F9-B503-4553-A726-7CC4A8655048}" presName="spacer" presStyleCnt="0"/>
      <dgm:spPr/>
    </dgm:pt>
    <dgm:pt modelId="{2BEE3136-2060-2742-BE23-DD1E4BB78C3F}" type="pres">
      <dgm:prSet presAssocID="{DBA3F1BD-C491-4260-B1C4-A0E7013E5CF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3E128624-5DB5-F64D-B2A3-5D05AAC70F06}" type="pres">
      <dgm:prSet presAssocID="{130217B4-D021-41F0-BE90-009D0F1959DA}" presName="spacer" presStyleCnt="0"/>
      <dgm:spPr/>
    </dgm:pt>
    <dgm:pt modelId="{1323CC6B-1DC3-E543-A1DE-F66FC7861C1C}" type="pres">
      <dgm:prSet presAssocID="{54ECBEEB-E9F3-434B-BF88-B75F5CA28D02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C196A2F-0EB8-5644-88CD-BB86F64515E4}" type="pres">
      <dgm:prSet presAssocID="{E49FCF3E-2ED7-4360-8009-9294AA81493B}" presName="spacer" presStyleCnt="0"/>
      <dgm:spPr/>
    </dgm:pt>
    <dgm:pt modelId="{113D3916-F851-074D-BB1B-DD7F8E1AAA21}" type="pres">
      <dgm:prSet presAssocID="{B500488A-D915-4274-BC06-4C60566355A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DC2693D-92DD-ED49-9DAC-4D667C7E7543}" type="pres">
      <dgm:prSet presAssocID="{CAEC8F20-A6E0-4431-9956-A38E28605227}" presName="spacer" presStyleCnt="0"/>
      <dgm:spPr/>
    </dgm:pt>
    <dgm:pt modelId="{4FF4E7F4-1869-FC4A-A61A-5A5E3C143919}" type="pres">
      <dgm:prSet presAssocID="{35729D9B-40BE-4F2F-9B64-933B024B2DF0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72ADE808-A589-5C47-B581-468FB62142D0}" type="presOf" srcId="{35729D9B-40BE-4F2F-9B64-933B024B2DF0}" destId="{4FF4E7F4-1869-FC4A-A61A-5A5E3C143919}" srcOrd="0" destOrd="0" presId="urn:microsoft.com/office/officeart/2005/8/layout/vList2"/>
    <dgm:cxn modelId="{F4E9C712-B622-354B-801E-C416509A9C3C}" type="presOf" srcId="{D5AD66AB-EB21-4E82-BE31-624FF5348E45}" destId="{7988329A-94CD-EA4D-A7CD-78C306832508}" srcOrd="0" destOrd="0" presId="urn:microsoft.com/office/officeart/2005/8/layout/vList2"/>
    <dgm:cxn modelId="{BED9C318-28C8-FF46-84F7-62329858AD41}" type="presOf" srcId="{7E1E9580-329A-409A-80DD-6F26B1451952}" destId="{CC1E762A-7A1A-BB42-A1F5-AD5B2287D79D}" srcOrd="0" destOrd="0" presId="urn:microsoft.com/office/officeart/2005/8/layout/vList2"/>
    <dgm:cxn modelId="{77C33D1A-8BD7-4BB6-B37F-D82C481B3F87}" srcId="{422F6838-B6E2-467C-AC4C-9B1B47DD473E}" destId="{54ECBEEB-E9F3-434B-BF88-B75F5CA28D02}" srcOrd="5" destOrd="0" parTransId="{8F8C1B7C-9507-44BE-B1EF-A2A88A884193}" sibTransId="{E49FCF3E-2ED7-4360-8009-9294AA81493B}"/>
    <dgm:cxn modelId="{1101DD1C-2D2A-412E-B0F3-807CC9A6F45B}" srcId="{422F6838-B6E2-467C-AC4C-9B1B47DD473E}" destId="{7E1E9580-329A-409A-80DD-6F26B1451952}" srcOrd="3" destOrd="0" parTransId="{982A555D-91B9-4ADB-B66E-4E75CDF6DCB6}" sibTransId="{111093F9-B503-4553-A726-7CC4A8655048}"/>
    <dgm:cxn modelId="{CFC0A22D-1FCA-4B5D-AD79-1CF42DBCD1BE}" srcId="{422F6838-B6E2-467C-AC4C-9B1B47DD473E}" destId="{D5AD66AB-EB21-4E82-BE31-624FF5348E45}" srcOrd="2" destOrd="0" parTransId="{C87B5F56-310D-4BAF-A28F-98F341A23CBE}" sibTransId="{C827AF03-6E69-463B-AFBD-93E34F9E51B3}"/>
    <dgm:cxn modelId="{5DE5AE3F-0F70-1741-94B3-D2CA8BDB3D20}" type="presOf" srcId="{B500488A-D915-4274-BC06-4C60566355AE}" destId="{113D3916-F851-074D-BB1B-DD7F8E1AAA21}" srcOrd="0" destOrd="0" presId="urn:microsoft.com/office/officeart/2005/8/layout/vList2"/>
    <dgm:cxn modelId="{38E5E455-39CF-4420-964C-55703AD599B1}" srcId="{422F6838-B6E2-467C-AC4C-9B1B47DD473E}" destId="{35729D9B-40BE-4F2F-9B64-933B024B2DF0}" srcOrd="7" destOrd="0" parTransId="{D58EFA0F-81AB-4064-983A-DDF59911C017}" sibTransId="{ED723728-AC6E-4B19-834F-6936D394194D}"/>
    <dgm:cxn modelId="{C45EE66E-8A15-43C0-80D5-8FC2EB5F00F5}" srcId="{422F6838-B6E2-467C-AC4C-9B1B47DD473E}" destId="{03ABE3CC-F95C-421C-8925-7CD9D12D5B45}" srcOrd="1" destOrd="0" parTransId="{5D44270F-8AB1-405E-BED6-7FA94DA56FD2}" sibTransId="{DE938D0B-38DB-4D16-A7B0-E4664A2A0BFA}"/>
    <dgm:cxn modelId="{ACFA6392-6270-41ED-B3E0-E9996D8A12FF}" srcId="{422F6838-B6E2-467C-AC4C-9B1B47DD473E}" destId="{B500488A-D915-4274-BC06-4C60566355AE}" srcOrd="6" destOrd="0" parTransId="{3794F32D-BD3E-4A03-96D7-F165FFAE2DD3}" sibTransId="{CAEC8F20-A6E0-4431-9956-A38E28605227}"/>
    <dgm:cxn modelId="{3BD824AC-ED4F-4BC9-BFF7-AC39E8D475DA}" srcId="{422F6838-B6E2-467C-AC4C-9B1B47DD473E}" destId="{E0C821A7-8A13-4AD9-AB54-70BDE13B91EB}" srcOrd="0" destOrd="0" parTransId="{54A892EE-6B78-451E-9BE2-216AE83A79B1}" sibTransId="{DCEA1881-D841-45CA-8DB2-069DA3C6756F}"/>
    <dgm:cxn modelId="{952546B2-CEB5-5E43-99EF-3D484997A9CB}" type="presOf" srcId="{E0C821A7-8A13-4AD9-AB54-70BDE13B91EB}" destId="{98AC1CD7-32BB-C143-AFEE-68F9CB233485}" srcOrd="0" destOrd="0" presId="urn:microsoft.com/office/officeart/2005/8/layout/vList2"/>
    <dgm:cxn modelId="{A1C466B5-F6A9-2845-B854-37B5A01CDBAC}" type="presOf" srcId="{DBA3F1BD-C491-4260-B1C4-A0E7013E5CF2}" destId="{2BEE3136-2060-2742-BE23-DD1E4BB78C3F}" srcOrd="0" destOrd="0" presId="urn:microsoft.com/office/officeart/2005/8/layout/vList2"/>
    <dgm:cxn modelId="{D3597CBD-3B23-457B-BA6C-C430C44B899F}" srcId="{422F6838-B6E2-467C-AC4C-9B1B47DD473E}" destId="{DBA3F1BD-C491-4260-B1C4-A0E7013E5CF2}" srcOrd="4" destOrd="0" parTransId="{F7763951-70AF-4C34-8181-89EB286E39E8}" sibTransId="{130217B4-D021-41F0-BE90-009D0F1959DA}"/>
    <dgm:cxn modelId="{5E2BD2C7-FAF7-D34A-B0C4-3CCB701C2721}" type="presOf" srcId="{54ECBEEB-E9F3-434B-BF88-B75F5CA28D02}" destId="{1323CC6B-1DC3-E543-A1DE-F66FC7861C1C}" srcOrd="0" destOrd="0" presId="urn:microsoft.com/office/officeart/2005/8/layout/vList2"/>
    <dgm:cxn modelId="{973AC0DC-CDAA-D74E-94BF-D1CB125E58BE}" type="presOf" srcId="{03ABE3CC-F95C-421C-8925-7CD9D12D5B45}" destId="{3690BDC6-F82A-0044-9FB9-91D56E86F548}" srcOrd="0" destOrd="0" presId="urn:microsoft.com/office/officeart/2005/8/layout/vList2"/>
    <dgm:cxn modelId="{13E85BF4-C547-814B-AB66-C37139FB51B6}" type="presOf" srcId="{422F6838-B6E2-467C-AC4C-9B1B47DD473E}" destId="{2DDF9E08-63ED-9E40-8159-76213B485AE7}" srcOrd="0" destOrd="0" presId="urn:microsoft.com/office/officeart/2005/8/layout/vList2"/>
    <dgm:cxn modelId="{6815F9F4-A410-7D40-AC61-5EBB7F50C891}" type="presParOf" srcId="{2DDF9E08-63ED-9E40-8159-76213B485AE7}" destId="{98AC1CD7-32BB-C143-AFEE-68F9CB233485}" srcOrd="0" destOrd="0" presId="urn:microsoft.com/office/officeart/2005/8/layout/vList2"/>
    <dgm:cxn modelId="{90AFD509-493A-1A4D-BCB3-497F248E67B0}" type="presParOf" srcId="{2DDF9E08-63ED-9E40-8159-76213B485AE7}" destId="{302D739D-DEC2-2B4C-BC65-FD3855787705}" srcOrd="1" destOrd="0" presId="urn:microsoft.com/office/officeart/2005/8/layout/vList2"/>
    <dgm:cxn modelId="{20672B2C-D65C-3A4E-85E9-BEA53DAD6505}" type="presParOf" srcId="{2DDF9E08-63ED-9E40-8159-76213B485AE7}" destId="{3690BDC6-F82A-0044-9FB9-91D56E86F548}" srcOrd="2" destOrd="0" presId="urn:microsoft.com/office/officeart/2005/8/layout/vList2"/>
    <dgm:cxn modelId="{CA9D07D0-C284-F340-97DE-858A89170742}" type="presParOf" srcId="{2DDF9E08-63ED-9E40-8159-76213B485AE7}" destId="{4A236758-503D-2E41-8BB4-386595774A9A}" srcOrd="3" destOrd="0" presId="urn:microsoft.com/office/officeart/2005/8/layout/vList2"/>
    <dgm:cxn modelId="{756ECC56-3D24-7043-A0D0-16C580D2E8D1}" type="presParOf" srcId="{2DDF9E08-63ED-9E40-8159-76213B485AE7}" destId="{7988329A-94CD-EA4D-A7CD-78C306832508}" srcOrd="4" destOrd="0" presId="urn:microsoft.com/office/officeart/2005/8/layout/vList2"/>
    <dgm:cxn modelId="{50636EFC-AEDB-D646-AC5C-24C04C5D8E66}" type="presParOf" srcId="{2DDF9E08-63ED-9E40-8159-76213B485AE7}" destId="{D446B158-CBA6-354D-B216-C47494E0E278}" srcOrd="5" destOrd="0" presId="urn:microsoft.com/office/officeart/2005/8/layout/vList2"/>
    <dgm:cxn modelId="{FB178BDA-18C3-4C49-AEF7-3225734B94A3}" type="presParOf" srcId="{2DDF9E08-63ED-9E40-8159-76213B485AE7}" destId="{CC1E762A-7A1A-BB42-A1F5-AD5B2287D79D}" srcOrd="6" destOrd="0" presId="urn:microsoft.com/office/officeart/2005/8/layout/vList2"/>
    <dgm:cxn modelId="{B805B6AB-5464-2F48-8F44-83780E593F4A}" type="presParOf" srcId="{2DDF9E08-63ED-9E40-8159-76213B485AE7}" destId="{5F46A065-E410-EB41-8A2D-C1CF39CFA824}" srcOrd="7" destOrd="0" presId="urn:microsoft.com/office/officeart/2005/8/layout/vList2"/>
    <dgm:cxn modelId="{02C875A9-AF09-BC47-9879-F3841111B958}" type="presParOf" srcId="{2DDF9E08-63ED-9E40-8159-76213B485AE7}" destId="{2BEE3136-2060-2742-BE23-DD1E4BB78C3F}" srcOrd="8" destOrd="0" presId="urn:microsoft.com/office/officeart/2005/8/layout/vList2"/>
    <dgm:cxn modelId="{8E78A628-F70B-EA4D-A965-5C8DF6A3068F}" type="presParOf" srcId="{2DDF9E08-63ED-9E40-8159-76213B485AE7}" destId="{3E128624-5DB5-F64D-B2A3-5D05AAC70F06}" srcOrd="9" destOrd="0" presId="urn:microsoft.com/office/officeart/2005/8/layout/vList2"/>
    <dgm:cxn modelId="{949336D3-5BBD-C649-983D-75EA7C33B9C0}" type="presParOf" srcId="{2DDF9E08-63ED-9E40-8159-76213B485AE7}" destId="{1323CC6B-1DC3-E543-A1DE-F66FC7861C1C}" srcOrd="10" destOrd="0" presId="urn:microsoft.com/office/officeart/2005/8/layout/vList2"/>
    <dgm:cxn modelId="{9E579FEE-4502-4B45-A75C-2081ED57529A}" type="presParOf" srcId="{2DDF9E08-63ED-9E40-8159-76213B485AE7}" destId="{6C196A2F-0EB8-5644-88CD-BB86F64515E4}" srcOrd="11" destOrd="0" presId="urn:microsoft.com/office/officeart/2005/8/layout/vList2"/>
    <dgm:cxn modelId="{710E10C8-40DE-6C4C-BF5B-8EAA6BD99F95}" type="presParOf" srcId="{2DDF9E08-63ED-9E40-8159-76213B485AE7}" destId="{113D3916-F851-074D-BB1B-DD7F8E1AAA21}" srcOrd="12" destOrd="0" presId="urn:microsoft.com/office/officeart/2005/8/layout/vList2"/>
    <dgm:cxn modelId="{96D05237-6651-9F4A-9983-E6D5CF432FB1}" type="presParOf" srcId="{2DDF9E08-63ED-9E40-8159-76213B485AE7}" destId="{BDC2693D-92DD-ED49-9DAC-4D667C7E7543}" srcOrd="13" destOrd="0" presId="urn:microsoft.com/office/officeart/2005/8/layout/vList2"/>
    <dgm:cxn modelId="{824BA1A3-F898-B343-ABFE-EB34160DD9A9}" type="presParOf" srcId="{2DDF9E08-63ED-9E40-8159-76213B485AE7}" destId="{4FF4E7F4-1869-FC4A-A61A-5A5E3C143919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07D866-3727-44C0-BC42-E951CB057000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B7A6BDA-6596-4F55-96D9-E01C214C8810}">
      <dgm:prSet/>
      <dgm:spPr/>
      <dgm:t>
        <a:bodyPr/>
        <a:lstStyle/>
        <a:p>
          <a:r>
            <a:rPr lang="en-US" b="0" i="0" baseline="0"/>
            <a:t>Noise in low-dose PET is stochastic and well-characterized, radiologists can account for it </a:t>
          </a:r>
          <a:endParaRPr lang="en-US"/>
        </a:p>
      </dgm:t>
    </dgm:pt>
    <dgm:pt modelId="{08F3759E-5890-4055-9B61-2F40C19CE2AC}" type="parTrans" cxnId="{6B131AE4-2EB9-488C-9B8C-E5FA31EFD2A2}">
      <dgm:prSet/>
      <dgm:spPr/>
      <dgm:t>
        <a:bodyPr/>
        <a:lstStyle/>
        <a:p>
          <a:endParaRPr lang="en-US"/>
        </a:p>
      </dgm:t>
    </dgm:pt>
    <dgm:pt modelId="{ED22B9F2-FE71-4E1B-9D1C-0E3A51A3A731}" type="sibTrans" cxnId="{6B131AE4-2EB9-488C-9B8C-E5FA31EFD2A2}">
      <dgm:prSet/>
      <dgm:spPr/>
      <dgm:t>
        <a:bodyPr/>
        <a:lstStyle/>
        <a:p>
          <a:endParaRPr lang="en-US"/>
        </a:p>
      </dgm:t>
    </dgm:pt>
    <dgm:pt modelId="{EB8A6151-4A77-4297-96E9-DD1418D8734B}">
      <dgm:prSet/>
      <dgm:spPr/>
      <dgm:t>
        <a:bodyPr/>
        <a:lstStyle/>
        <a:p>
          <a:r>
            <a:rPr lang="en-US" b="0" i="0" baseline="0"/>
            <a:t>A hallucinated lesion is a systematic error that is indistinguishable from real signal </a:t>
          </a:r>
          <a:endParaRPr lang="en-US"/>
        </a:p>
      </dgm:t>
    </dgm:pt>
    <dgm:pt modelId="{BC9BC9A8-87CA-421E-ABC3-FAFD9F246586}" type="parTrans" cxnId="{FA8BC46F-4125-4965-8152-67C0F02A3D22}">
      <dgm:prSet/>
      <dgm:spPr/>
      <dgm:t>
        <a:bodyPr/>
        <a:lstStyle/>
        <a:p>
          <a:endParaRPr lang="en-US"/>
        </a:p>
      </dgm:t>
    </dgm:pt>
    <dgm:pt modelId="{6CDE8260-837A-436E-A7C7-22C5AD3AB412}" type="sibTrans" cxnId="{FA8BC46F-4125-4965-8152-67C0F02A3D22}">
      <dgm:prSet/>
      <dgm:spPr/>
      <dgm:t>
        <a:bodyPr/>
        <a:lstStyle/>
        <a:p>
          <a:endParaRPr lang="en-US"/>
        </a:p>
      </dgm:t>
    </dgm:pt>
    <dgm:pt modelId="{02969CE3-5164-4C83-B1E5-AC61085B0DF2}">
      <dgm:prSet/>
      <dgm:spPr/>
      <dgm:t>
        <a:bodyPr/>
        <a:lstStyle/>
        <a:p>
          <a:r>
            <a:rPr lang="en-US" b="0" i="0" baseline="0"/>
            <a:t>False positive: triggers unnecessary biopsy or therapy escalation </a:t>
          </a:r>
          <a:endParaRPr lang="en-US"/>
        </a:p>
      </dgm:t>
    </dgm:pt>
    <dgm:pt modelId="{A0EF9809-9B61-4F42-8D3C-C1F48A4F11EA}" type="parTrans" cxnId="{5699058B-53ED-4CCE-BB59-9010F5F0A3A7}">
      <dgm:prSet/>
      <dgm:spPr/>
      <dgm:t>
        <a:bodyPr/>
        <a:lstStyle/>
        <a:p>
          <a:endParaRPr lang="en-US"/>
        </a:p>
      </dgm:t>
    </dgm:pt>
    <dgm:pt modelId="{75C3263F-030A-4E07-98C4-E418A5EA6297}" type="sibTrans" cxnId="{5699058B-53ED-4CCE-BB59-9010F5F0A3A7}">
      <dgm:prSet/>
      <dgm:spPr/>
      <dgm:t>
        <a:bodyPr/>
        <a:lstStyle/>
        <a:p>
          <a:endParaRPr lang="en-US"/>
        </a:p>
      </dgm:t>
    </dgm:pt>
    <dgm:pt modelId="{2F985175-0EA1-44D1-8D03-B77A72EBC72E}">
      <dgm:prSet/>
      <dgm:spPr/>
      <dgm:t>
        <a:bodyPr/>
        <a:lstStyle/>
        <a:p>
          <a:r>
            <a:rPr lang="en-US" b="0" i="0" baseline="0"/>
            <a:t>False negative: delays treatment of active disease </a:t>
          </a:r>
          <a:endParaRPr lang="en-US"/>
        </a:p>
      </dgm:t>
    </dgm:pt>
    <dgm:pt modelId="{7CCC8FD6-B4FC-4B25-B149-F449A742AD89}" type="parTrans" cxnId="{F82DE262-9942-42F6-A555-FB26AB7E0D3D}">
      <dgm:prSet/>
      <dgm:spPr/>
      <dgm:t>
        <a:bodyPr/>
        <a:lstStyle/>
        <a:p>
          <a:endParaRPr lang="en-US"/>
        </a:p>
      </dgm:t>
    </dgm:pt>
    <dgm:pt modelId="{20E5F9E2-D2AD-4A60-B253-6DD7AC0A1AAD}" type="sibTrans" cxnId="{F82DE262-9942-42F6-A555-FB26AB7E0D3D}">
      <dgm:prSet/>
      <dgm:spPr/>
      <dgm:t>
        <a:bodyPr/>
        <a:lstStyle/>
        <a:p>
          <a:endParaRPr lang="en-US"/>
        </a:p>
      </dgm:t>
    </dgm:pt>
    <dgm:pt modelId="{74204E57-6A72-43B0-896E-E72AC9F1B895}">
      <dgm:prSet/>
      <dgm:spPr/>
      <dgm:t>
        <a:bodyPr/>
        <a:lstStyle/>
        <a:p>
          <a:r>
            <a:rPr lang="en-US" b="0" i="0" baseline="0"/>
            <a:t>Standard metrics cannot identify which structures in an enhanced image are hallucinated </a:t>
          </a:r>
          <a:endParaRPr lang="en-US"/>
        </a:p>
      </dgm:t>
    </dgm:pt>
    <dgm:pt modelId="{808248BC-85DE-453E-9E33-A97B4C4E9BF5}" type="parTrans" cxnId="{3B0B42AD-D618-44CE-9168-216015BD1BB5}">
      <dgm:prSet/>
      <dgm:spPr/>
      <dgm:t>
        <a:bodyPr/>
        <a:lstStyle/>
        <a:p>
          <a:endParaRPr lang="en-US"/>
        </a:p>
      </dgm:t>
    </dgm:pt>
    <dgm:pt modelId="{1527238F-998D-4276-B09D-02BF0B28FC3C}" type="sibTrans" cxnId="{3B0B42AD-D618-44CE-9168-216015BD1BB5}">
      <dgm:prSet/>
      <dgm:spPr/>
      <dgm:t>
        <a:bodyPr/>
        <a:lstStyle/>
        <a:p>
          <a:endParaRPr lang="en-US"/>
        </a:p>
      </dgm:t>
    </dgm:pt>
    <dgm:pt modelId="{E6D41BEB-0F05-48AF-96CB-226149BF73AB}">
      <dgm:prSet/>
      <dgm:spPr/>
      <dgm:t>
        <a:bodyPr/>
        <a:lstStyle/>
        <a:p>
          <a:r>
            <a:rPr lang="en-US" b="0" i="0" baseline="0" dirty="0"/>
            <a:t>Clinical deployment would require lesion-level validation</a:t>
          </a:r>
          <a:endParaRPr lang="en-US" dirty="0"/>
        </a:p>
      </dgm:t>
    </dgm:pt>
    <dgm:pt modelId="{C55B5F69-70E7-4158-B3DF-971337906E86}" type="parTrans" cxnId="{75CEEC7A-486C-4E55-9FF2-D13AB5373A82}">
      <dgm:prSet/>
      <dgm:spPr/>
      <dgm:t>
        <a:bodyPr/>
        <a:lstStyle/>
        <a:p>
          <a:endParaRPr lang="en-US"/>
        </a:p>
      </dgm:t>
    </dgm:pt>
    <dgm:pt modelId="{32F62013-140D-410F-A33B-1FE19C98448C}" type="sibTrans" cxnId="{75CEEC7A-486C-4E55-9FF2-D13AB5373A82}">
      <dgm:prSet/>
      <dgm:spPr/>
      <dgm:t>
        <a:bodyPr/>
        <a:lstStyle/>
        <a:p>
          <a:endParaRPr lang="en-US"/>
        </a:p>
      </dgm:t>
    </dgm:pt>
    <dgm:pt modelId="{C0BA7E9F-659B-461D-8CC2-54431BC517D5}">
      <dgm:prSet/>
      <dgm:spPr/>
      <dgm:t>
        <a:bodyPr/>
        <a:lstStyle/>
        <a:p>
          <a:r>
            <a:rPr lang="en-US" b="0" i="0" baseline="0"/>
            <a:t>This project demonstrates both the promise and the limits of generative PET enhancement</a:t>
          </a:r>
          <a:endParaRPr lang="en-US"/>
        </a:p>
      </dgm:t>
    </dgm:pt>
    <dgm:pt modelId="{AFB0E55E-2EA3-4583-A533-2636336F3227}" type="parTrans" cxnId="{034E54BB-234A-4762-858D-32C4A5BEEC81}">
      <dgm:prSet/>
      <dgm:spPr/>
      <dgm:t>
        <a:bodyPr/>
        <a:lstStyle/>
        <a:p>
          <a:endParaRPr lang="en-US"/>
        </a:p>
      </dgm:t>
    </dgm:pt>
    <dgm:pt modelId="{6D0DDB8F-AC07-4A61-A726-DB1E4B23873A}" type="sibTrans" cxnId="{034E54BB-234A-4762-858D-32C4A5BEEC81}">
      <dgm:prSet/>
      <dgm:spPr/>
      <dgm:t>
        <a:bodyPr/>
        <a:lstStyle/>
        <a:p>
          <a:endParaRPr lang="en-US"/>
        </a:p>
      </dgm:t>
    </dgm:pt>
    <dgm:pt modelId="{28C9036B-7D94-2C41-8B2C-E94B23FB930D}" type="pres">
      <dgm:prSet presAssocID="{BC07D866-3727-44C0-BC42-E951CB057000}" presName="diagram" presStyleCnt="0">
        <dgm:presLayoutVars>
          <dgm:dir/>
          <dgm:resizeHandles val="exact"/>
        </dgm:presLayoutVars>
      </dgm:prSet>
      <dgm:spPr/>
    </dgm:pt>
    <dgm:pt modelId="{AE2AB453-6417-3346-9FE0-E8E757D7ACFD}" type="pres">
      <dgm:prSet presAssocID="{DB7A6BDA-6596-4F55-96D9-E01C214C8810}" presName="node" presStyleLbl="node1" presStyleIdx="0" presStyleCnt="7">
        <dgm:presLayoutVars>
          <dgm:bulletEnabled val="1"/>
        </dgm:presLayoutVars>
      </dgm:prSet>
      <dgm:spPr/>
    </dgm:pt>
    <dgm:pt modelId="{E232D274-F160-A745-B4B3-367F81C5D931}" type="pres">
      <dgm:prSet presAssocID="{ED22B9F2-FE71-4E1B-9D1C-0E3A51A3A731}" presName="sibTrans" presStyleCnt="0"/>
      <dgm:spPr/>
    </dgm:pt>
    <dgm:pt modelId="{B5D6DB8E-E130-4C4D-B8D9-D08169E33EEA}" type="pres">
      <dgm:prSet presAssocID="{EB8A6151-4A77-4297-96E9-DD1418D8734B}" presName="node" presStyleLbl="node1" presStyleIdx="1" presStyleCnt="7">
        <dgm:presLayoutVars>
          <dgm:bulletEnabled val="1"/>
        </dgm:presLayoutVars>
      </dgm:prSet>
      <dgm:spPr/>
    </dgm:pt>
    <dgm:pt modelId="{A315B03B-065A-3C43-BBD6-CBC5AA7BE31E}" type="pres">
      <dgm:prSet presAssocID="{6CDE8260-837A-436E-A7C7-22C5AD3AB412}" presName="sibTrans" presStyleCnt="0"/>
      <dgm:spPr/>
    </dgm:pt>
    <dgm:pt modelId="{1C92F8EF-90A9-5F42-B787-DD9FC1576A77}" type="pres">
      <dgm:prSet presAssocID="{02969CE3-5164-4C83-B1E5-AC61085B0DF2}" presName="node" presStyleLbl="node1" presStyleIdx="2" presStyleCnt="7">
        <dgm:presLayoutVars>
          <dgm:bulletEnabled val="1"/>
        </dgm:presLayoutVars>
      </dgm:prSet>
      <dgm:spPr/>
    </dgm:pt>
    <dgm:pt modelId="{FC34B12D-099D-D949-A1BE-B9ACC34BDBE8}" type="pres">
      <dgm:prSet presAssocID="{75C3263F-030A-4E07-98C4-E418A5EA6297}" presName="sibTrans" presStyleCnt="0"/>
      <dgm:spPr/>
    </dgm:pt>
    <dgm:pt modelId="{E8EBD736-95E1-BC42-980D-344EF8B75624}" type="pres">
      <dgm:prSet presAssocID="{2F985175-0EA1-44D1-8D03-B77A72EBC72E}" presName="node" presStyleLbl="node1" presStyleIdx="3" presStyleCnt="7">
        <dgm:presLayoutVars>
          <dgm:bulletEnabled val="1"/>
        </dgm:presLayoutVars>
      </dgm:prSet>
      <dgm:spPr/>
    </dgm:pt>
    <dgm:pt modelId="{473786BC-CBAF-1446-BEA6-F4F0F3C4A6ED}" type="pres">
      <dgm:prSet presAssocID="{20E5F9E2-D2AD-4A60-B253-6DD7AC0A1AAD}" presName="sibTrans" presStyleCnt="0"/>
      <dgm:spPr/>
    </dgm:pt>
    <dgm:pt modelId="{65E62D78-EA2F-BB48-B031-11EBE92897DD}" type="pres">
      <dgm:prSet presAssocID="{74204E57-6A72-43B0-896E-E72AC9F1B895}" presName="node" presStyleLbl="node1" presStyleIdx="4" presStyleCnt="7">
        <dgm:presLayoutVars>
          <dgm:bulletEnabled val="1"/>
        </dgm:presLayoutVars>
      </dgm:prSet>
      <dgm:spPr/>
    </dgm:pt>
    <dgm:pt modelId="{000D7B1E-8BA3-8342-85B4-6D4E912C7425}" type="pres">
      <dgm:prSet presAssocID="{1527238F-998D-4276-B09D-02BF0B28FC3C}" presName="sibTrans" presStyleCnt="0"/>
      <dgm:spPr/>
    </dgm:pt>
    <dgm:pt modelId="{9386D9D9-379F-6D47-BFF1-CC931A62789A}" type="pres">
      <dgm:prSet presAssocID="{E6D41BEB-0F05-48AF-96CB-226149BF73AB}" presName="node" presStyleLbl="node1" presStyleIdx="5" presStyleCnt="7">
        <dgm:presLayoutVars>
          <dgm:bulletEnabled val="1"/>
        </dgm:presLayoutVars>
      </dgm:prSet>
      <dgm:spPr/>
    </dgm:pt>
    <dgm:pt modelId="{7BE48B04-59FC-2D4B-8659-30A7AADED301}" type="pres">
      <dgm:prSet presAssocID="{32F62013-140D-410F-A33B-1FE19C98448C}" presName="sibTrans" presStyleCnt="0"/>
      <dgm:spPr/>
    </dgm:pt>
    <dgm:pt modelId="{3654277A-A907-A949-980A-F6E3157B0ACD}" type="pres">
      <dgm:prSet presAssocID="{C0BA7E9F-659B-461D-8CC2-54431BC517D5}" presName="node" presStyleLbl="node1" presStyleIdx="6" presStyleCnt="7">
        <dgm:presLayoutVars>
          <dgm:bulletEnabled val="1"/>
        </dgm:presLayoutVars>
      </dgm:prSet>
      <dgm:spPr/>
    </dgm:pt>
  </dgm:ptLst>
  <dgm:cxnLst>
    <dgm:cxn modelId="{092F012B-A474-9744-AA5F-C625D41887C0}" type="presOf" srcId="{02969CE3-5164-4C83-B1E5-AC61085B0DF2}" destId="{1C92F8EF-90A9-5F42-B787-DD9FC1576A77}" srcOrd="0" destOrd="0" presId="urn:microsoft.com/office/officeart/2005/8/layout/default"/>
    <dgm:cxn modelId="{39CB133A-FEB1-CF4B-AA7F-8B78EB580A08}" type="presOf" srcId="{EB8A6151-4A77-4297-96E9-DD1418D8734B}" destId="{B5D6DB8E-E130-4C4D-B8D9-D08169E33EEA}" srcOrd="0" destOrd="0" presId="urn:microsoft.com/office/officeart/2005/8/layout/default"/>
    <dgm:cxn modelId="{F82DE262-9942-42F6-A555-FB26AB7E0D3D}" srcId="{BC07D866-3727-44C0-BC42-E951CB057000}" destId="{2F985175-0EA1-44D1-8D03-B77A72EBC72E}" srcOrd="3" destOrd="0" parTransId="{7CCC8FD6-B4FC-4B25-B149-F449A742AD89}" sibTransId="{20E5F9E2-D2AD-4A60-B253-6DD7AC0A1AAD}"/>
    <dgm:cxn modelId="{FA8BC46F-4125-4965-8152-67C0F02A3D22}" srcId="{BC07D866-3727-44C0-BC42-E951CB057000}" destId="{EB8A6151-4A77-4297-96E9-DD1418D8734B}" srcOrd="1" destOrd="0" parTransId="{BC9BC9A8-87CA-421E-ABC3-FAFD9F246586}" sibTransId="{6CDE8260-837A-436E-A7C7-22C5AD3AB412}"/>
    <dgm:cxn modelId="{75CEEC7A-486C-4E55-9FF2-D13AB5373A82}" srcId="{BC07D866-3727-44C0-BC42-E951CB057000}" destId="{E6D41BEB-0F05-48AF-96CB-226149BF73AB}" srcOrd="5" destOrd="0" parTransId="{C55B5F69-70E7-4158-B3DF-971337906E86}" sibTransId="{32F62013-140D-410F-A33B-1FE19C98448C}"/>
    <dgm:cxn modelId="{1392157C-F6C5-8343-B448-2E81AB3C5B79}" type="presOf" srcId="{74204E57-6A72-43B0-896E-E72AC9F1B895}" destId="{65E62D78-EA2F-BB48-B031-11EBE92897DD}" srcOrd="0" destOrd="0" presId="urn:microsoft.com/office/officeart/2005/8/layout/default"/>
    <dgm:cxn modelId="{52667383-BB3A-3244-A717-68E25E9D209B}" type="presOf" srcId="{C0BA7E9F-659B-461D-8CC2-54431BC517D5}" destId="{3654277A-A907-A949-980A-F6E3157B0ACD}" srcOrd="0" destOrd="0" presId="urn:microsoft.com/office/officeart/2005/8/layout/default"/>
    <dgm:cxn modelId="{5699058B-53ED-4CCE-BB59-9010F5F0A3A7}" srcId="{BC07D866-3727-44C0-BC42-E951CB057000}" destId="{02969CE3-5164-4C83-B1E5-AC61085B0DF2}" srcOrd="2" destOrd="0" parTransId="{A0EF9809-9B61-4F42-8D3C-C1F48A4F11EA}" sibTransId="{75C3263F-030A-4E07-98C4-E418A5EA6297}"/>
    <dgm:cxn modelId="{6FBE028E-1C32-8C41-99C7-B633599C60E5}" type="presOf" srcId="{E6D41BEB-0F05-48AF-96CB-226149BF73AB}" destId="{9386D9D9-379F-6D47-BFF1-CC931A62789A}" srcOrd="0" destOrd="0" presId="urn:microsoft.com/office/officeart/2005/8/layout/default"/>
    <dgm:cxn modelId="{3B0B42AD-D618-44CE-9168-216015BD1BB5}" srcId="{BC07D866-3727-44C0-BC42-E951CB057000}" destId="{74204E57-6A72-43B0-896E-E72AC9F1B895}" srcOrd="4" destOrd="0" parTransId="{808248BC-85DE-453E-9E33-A97B4C4E9BF5}" sibTransId="{1527238F-998D-4276-B09D-02BF0B28FC3C}"/>
    <dgm:cxn modelId="{C1B061BA-EA32-FD4D-9F29-F0E2EA436AEE}" type="presOf" srcId="{2F985175-0EA1-44D1-8D03-B77A72EBC72E}" destId="{E8EBD736-95E1-BC42-980D-344EF8B75624}" srcOrd="0" destOrd="0" presId="urn:microsoft.com/office/officeart/2005/8/layout/default"/>
    <dgm:cxn modelId="{034E54BB-234A-4762-858D-32C4A5BEEC81}" srcId="{BC07D866-3727-44C0-BC42-E951CB057000}" destId="{C0BA7E9F-659B-461D-8CC2-54431BC517D5}" srcOrd="6" destOrd="0" parTransId="{AFB0E55E-2EA3-4583-A533-2636336F3227}" sibTransId="{6D0DDB8F-AC07-4A61-A726-DB1E4B23873A}"/>
    <dgm:cxn modelId="{6B131AE4-2EB9-488C-9B8C-E5FA31EFD2A2}" srcId="{BC07D866-3727-44C0-BC42-E951CB057000}" destId="{DB7A6BDA-6596-4F55-96D9-E01C214C8810}" srcOrd="0" destOrd="0" parTransId="{08F3759E-5890-4055-9B61-2F40C19CE2AC}" sibTransId="{ED22B9F2-FE71-4E1B-9D1C-0E3A51A3A731}"/>
    <dgm:cxn modelId="{FA1186ED-786D-C643-99D3-76583B2BEFED}" type="presOf" srcId="{DB7A6BDA-6596-4F55-96D9-E01C214C8810}" destId="{AE2AB453-6417-3346-9FE0-E8E757D7ACFD}" srcOrd="0" destOrd="0" presId="urn:microsoft.com/office/officeart/2005/8/layout/default"/>
    <dgm:cxn modelId="{2702DEF7-7FF5-B54E-8C0D-1025DD9E9573}" type="presOf" srcId="{BC07D866-3727-44C0-BC42-E951CB057000}" destId="{28C9036B-7D94-2C41-8B2C-E94B23FB930D}" srcOrd="0" destOrd="0" presId="urn:microsoft.com/office/officeart/2005/8/layout/default"/>
    <dgm:cxn modelId="{CEBA0E6E-3E0C-DE49-B1B2-0B2E5AFB4AE0}" type="presParOf" srcId="{28C9036B-7D94-2C41-8B2C-E94B23FB930D}" destId="{AE2AB453-6417-3346-9FE0-E8E757D7ACFD}" srcOrd="0" destOrd="0" presId="urn:microsoft.com/office/officeart/2005/8/layout/default"/>
    <dgm:cxn modelId="{2406E91A-EB91-0243-B347-1020FC57D4D1}" type="presParOf" srcId="{28C9036B-7D94-2C41-8B2C-E94B23FB930D}" destId="{E232D274-F160-A745-B4B3-367F81C5D931}" srcOrd="1" destOrd="0" presId="urn:microsoft.com/office/officeart/2005/8/layout/default"/>
    <dgm:cxn modelId="{F177C486-9736-064E-AF04-F4982AC0906D}" type="presParOf" srcId="{28C9036B-7D94-2C41-8B2C-E94B23FB930D}" destId="{B5D6DB8E-E130-4C4D-B8D9-D08169E33EEA}" srcOrd="2" destOrd="0" presId="urn:microsoft.com/office/officeart/2005/8/layout/default"/>
    <dgm:cxn modelId="{F32D3950-59AF-764D-9D03-4292C94D93C1}" type="presParOf" srcId="{28C9036B-7D94-2C41-8B2C-E94B23FB930D}" destId="{A315B03B-065A-3C43-BBD6-CBC5AA7BE31E}" srcOrd="3" destOrd="0" presId="urn:microsoft.com/office/officeart/2005/8/layout/default"/>
    <dgm:cxn modelId="{6F8132EE-8917-4F4A-91F7-8B6DCD847346}" type="presParOf" srcId="{28C9036B-7D94-2C41-8B2C-E94B23FB930D}" destId="{1C92F8EF-90A9-5F42-B787-DD9FC1576A77}" srcOrd="4" destOrd="0" presId="urn:microsoft.com/office/officeart/2005/8/layout/default"/>
    <dgm:cxn modelId="{57977D99-4FC3-0C46-A6D2-0EC63D4EB95F}" type="presParOf" srcId="{28C9036B-7D94-2C41-8B2C-E94B23FB930D}" destId="{FC34B12D-099D-D949-A1BE-B9ACC34BDBE8}" srcOrd="5" destOrd="0" presId="urn:microsoft.com/office/officeart/2005/8/layout/default"/>
    <dgm:cxn modelId="{5444485C-9A19-4144-BC13-6EE0B2C5ECAA}" type="presParOf" srcId="{28C9036B-7D94-2C41-8B2C-E94B23FB930D}" destId="{E8EBD736-95E1-BC42-980D-344EF8B75624}" srcOrd="6" destOrd="0" presId="urn:microsoft.com/office/officeart/2005/8/layout/default"/>
    <dgm:cxn modelId="{4556538E-DF68-AC42-818B-9A514C54F128}" type="presParOf" srcId="{28C9036B-7D94-2C41-8B2C-E94B23FB930D}" destId="{473786BC-CBAF-1446-BEA6-F4F0F3C4A6ED}" srcOrd="7" destOrd="0" presId="urn:microsoft.com/office/officeart/2005/8/layout/default"/>
    <dgm:cxn modelId="{DCE07889-8E34-4941-9077-75CA490E413C}" type="presParOf" srcId="{28C9036B-7D94-2C41-8B2C-E94B23FB930D}" destId="{65E62D78-EA2F-BB48-B031-11EBE92897DD}" srcOrd="8" destOrd="0" presId="urn:microsoft.com/office/officeart/2005/8/layout/default"/>
    <dgm:cxn modelId="{7EA4B005-B588-954A-AD2E-B5C61E4E28F5}" type="presParOf" srcId="{28C9036B-7D94-2C41-8B2C-E94B23FB930D}" destId="{000D7B1E-8BA3-8342-85B4-6D4E912C7425}" srcOrd="9" destOrd="0" presId="urn:microsoft.com/office/officeart/2005/8/layout/default"/>
    <dgm:cxn modelId="{66144731-3D25-C647-A5EB-BDC08B91D920}" type="presParOf" srcId="{28C9036B-7D94-2C41-8B2C-E94B23FB930D}" destId="{9386D9D9-379F-6D47-BFF1-CC931A62789A}" srcOrd="10" destOrd="0" presId="urn:microsoft.com/office/officeart/2005/8/layout/default"/>
    <dgm:cxn modelId="{E0ED150C-0265-344B-ABDF-6CBEF8CE2115}" type="presParOf" srcId="{28C9036B-7D94-2C41-8B2C-E94B23FB930D}" destId="{7BE48B04-59FC-2D4B-8659-30A7AADED301}" srcOrd="11" destOrd="0" presId="urn:microsoft.com/office/officeart/2005/8/layout/default"/>
    <dgm:cxn modelId="{137864C9-07F5-6948-BF03-1A0E4BDF0D85}" type="presParOf" srcId="{28C9036B-7D94-2C41-8B2C-E94B23FB930D}" destId="{3654277A-A907-A949-980A-F6E3157B0AC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278CEF-22CA-49B6-A1AC-EC826FEE548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412D9F8-CFBB-419A-AE56-88CEFF24CF54}">
      <dgm:prSet/>
      <dgm:spPr/>
      <dgm:t>
        <a:bodyPr/>
        <a:lstStyle/>
        <a:p>
          <a:r>
            <a:rPr lang="en-US" b="0" i="0" baseline="0"/>
            <a:t>CycleGAN consistently improved low-dose PET image quality across all 25 patients and all six metrics </a:t>
          </a:r>
          <a:endParaRPr lang="en-US"/>
        </a:p>
      </dgm:t>
    </dgm:pt>
    <dgm:pt modelId="{557FFC8B-54C4-442E-AC5D-AF20FAFCEEFF}" type="parTrans" cxnId="{B3C5DF57-73EA-4F8B-9941-73DCFDEFD00D}">
      <dgm:prSet/>
      <dgm:spPr/>
      <dgm:t>
        <a:bodyPr/>
        <a:lstStyle/>
        <a:p>
          <a:endParaRPr lang="en-US"/>
        </a:p>
      </dgm:t>
    </dgm:pt>
    <dgm:pt modelId="{DA2AA0F7-996E-4D53-9963-E9953D600605}" type="sibTrans" cxnId="{B3C5DF57-73EA-4F8B-9941-73DCFDEFD00D}">
      <dgm:prSet/>
      <dgm:spPr/>
      <dgm:t>
        <a:bodyPr/>
        <a:lstStyle/>
        <a:p>
          <a:endParaRPr lang="en-US"/>
        </a:p>
      </dgm:t>
    </dgm:pt>
    <dgm:pt modelId="{6D6CCD4A-5CE6-4D7C-B4C5-E54104A68C27}">
      <dgm:prSet/>
      <dgm:spPr/>
      <dgm:t>
        <a:bodyPr/>
        <a:lstStyle/>
        <a:p>
          <a:r>
            <a:rPr lang="en-US" b="0" i="0" baseline="0"/>
            <a:t>PSNR +5.97 dB, SSIM +0.124, LPIPS reduced 74.6%, VIFp more than doubled </a:t>
          </a:r>
          <a:endParaRPr lang="en-US"/>
        </a:p>
      </dgm:t>
    </dgm:pt>
    <dgm:pt modelId="{5E7901D6-7FE4-48B7-AB3A-957DF73A6DDB}" type="parTrans" cxnId="{7DAF3FCE-B1BC-48A9-8C6F-A4F2B71F439F}">
      <dgm:prSet/>
      <dgm:spPr/>
      <dgm:t>
        <a:bodyPr/>
        <a:lstStyle/>
        <a:p>
          <a:endParaRPr lang="en-US"/>
        </a:p>
      </dgm:t>
    </dgm:pt>
    <dgm:pt modelId="{FFE906FB-3A32-48E9-90F6-A702AF1D48C0}" type="sibTrans" cxnId="{7DAF3FCE-B1BC-48A9-8C6F-A4F2B71F439F}">
      <dgm:prSet/>
      <dgm:spPr/>
      <dgm:t>
        <a:bodyPr/>
        <a:lstStyle/>
        <a:p>
          <a:endParaRPr lang="en-US"/>
        </a:p>
      </dgm:t>
    </dgm:pt>
    <dgm:pt modelId="{CB45F853-BB6E-46FF-95D8-FEB3577A2EDD}">
      <dgm:prSet/>
      <dgm:spPr/>
      <dgm:t>
        <a:bodyPr/>
        <a:lstStyle/>
        <a:p>
          <a:r>
            <a:rPr lang="en-US" b="0" i="0" baseline="0"/>
            <a:t>Largest gains in the patients who need dose reduction most: those with the noisiest baselines </a:t>
          </a:r>
          <a:endParaRPr lang="en-US"/>
        </a:p>
      </dgm:t>
    </dgm:pt>
    <dgm:pt modelId="{FCA7BBF7-DBC0-41C3-9A78-AB48BC56BE8B}" type="parTrans" cxnId="{8E075D88-FC0F-4210-925A-8282C75AD12D}">
      <dgm:prSet/>
      <dgm:spPr/>
      <dgm:t>
        <a:bodyPr/>
        <a:lstStyle/>
        <a:p>
          <a:endParaRPr lang="en-US"/>
        </a:p>
      </dgm:t>
    </dgm:pt>
    <dgm:pt modelId="{678BA888-994C-4759-BD5C-1E849FD82425}" type="sibTrans" cxnId="{8E075D88-FC0F-4210-925A-8282C75AD12D}">
      <dgm:prSet/>
      <dgm:spPr/>
      <dgm:t>
        <a:bodyPr/>
        <a:lstStyle/>
        <a:p>
          <a:endParaRPr lang="en-US"/>
        </a:p>
      </dgm:t>
    </dgm:pt>
    <dgm:pt modelId="{D01CB04B-DD13-4AC6-9241-44E4CF3D0E18}">
      <dgm:prSet/>
      <dgm:spPr/>
      <dgm:t>
        <a:bodyPr/>
        <a:lstStyle/>
        <a:p>
          <a:r>
            <a:rPr lang="en-US" b="0" i="0" baseline="0"/>
            <a:t>3.4% of slices degraded: systematic over-processing of high-quality inputs </a:t>
          </a:r>
          <a:endParaRPr lang="en-US"/>
        </a:p>
      </dgm:t>
    </dgm:pt>
    <dgm:pt modelId="{D9565D61-77D1-456A-AFBA-E4D20124C87D}" type="parTrans" cxnId="{1DB15254-DA13-476E-9DC9-035331C7379F}">
      <dgm:prSet/>
      <dgm:spPr/>
      <dgm:t>
        <a:bodyPr/>
        <a:lstStyle/>
        <a:p>
          <a:endParaRPr lang="en-US"/>
        </a:p>
      </dgm:t>
    </dgm:pt>
    <dgm:pt modelId="{57D675E9-15FE-453B-BA00-EF22DE490C90}" type="sibTrans" cxnId="{1DB15254-DA13-476E-9DC9-035331C7379F}">
      <dgm:prSet/>
      <dgm:spPr/>
      <dgm:t>
        <a:bodyPr/>
        <a:lstStyle/>
        <a:p>
          <a:endParaRPr lang="en-US"/>
        </a:p>
      </dgm:t>
    </dgm:pt>
    <dgm:pt modelId="{8C551862-1BC2-4D72-9958-FF0BE645FED4}">
      <dgm:prSet/>
      <dgm:spPr/>
      <dgm:t>
        <a:bodyPr/>
        <a:lstStyle/>
        <a:p>
          <a:r>
            <a:rPr lang="en-US" b="0" i="0" baseline="0"/>
            <a:t>Standard metrics are insufficient for clinical validation of generative enhancement </a:t>
          </a:r>
          <a:endParaRPr lang="en-US"/>
        </a:p>
      </dgm:t>
    </dgm:pt>
    <dgm:pt modelId="{7E3D4920-14FF-4A64-9201-790E78DA2C3B}" type="parTrans" cxnId="{9C175E3E-E8A7-40E3-976F-BC28179AE266}">
      <dgm:prSet/>
      <dgm:spPr/>
      <dgm:t>
        <a:bodyPr/>
        <a:lstStyle/>
        <a:p>
          <a:endParaRPr lang="en-US"/>
        </a:p>
      </dgm:t>
    </dgm:pt>
    <dgm:pt modelId="{1122D49F-7C9B-447D-A469-792954A32301}" type="sibTrans" cxnId="{9C175E3E-E8A7-40E3-976F-BC28179AE266}">
      <dgm:prSet/>
      <dgm:spPr/>
      <dgm:t>
        <a:bodyPr/>
        <a:lstStyle/>
        <a:p>
          <a:endParaRPr lang="en-US"/>
        </a:p>
      </dgm:t>
    </dgm:pt>
    <dgm:pt modelId="{063088EC-81A4-4CDA-917A-3375312E703F}">
      <dgm:prSet/>
      <dgm:spPr/>
      <dgm:t>
        <a:bodyPr/>
        <a:lstStyle/>
        <a:p>
          <a:r>
            <a:rPr lang="en-US" b="0" i="0" baseline="0"/>
            <a:t>Path to deployment requires SUV validation, uncertainty quantification, and expert reader studies </a:t>
          </a:r>
          <a:endParaRPr lang="en-US"/>
        </a:p>
      </dgm:t>
    </dgm:pt>
    <dgm:pt modelId="{2C854C84-97CC-4325-933C-827186127BF5}" type="parTrans" cxnId="{8D2C1402-E84A-4C83-8732-4B24218FE5FE}">
      <dgm:prSet/>
      <dgm:spPr/>
      <dgm:t>
        <a:bodyPr/>
        <a:lstStyle/>
        <a:p>
          <a:endParaRPr lang="en-US"/>
        </a:p>
      </dgm:t>
    </dgm:pt>
    <dgm:pt modelId="{729C21FF-9F90-4F73-AAB8-170B139B1371}" type="sibTrans" cxnId="{8D2C1402-E84A-4C83-8732-4B24218FE5FE}">
      <dgm:prSet/>
      <dgm:spPr/>
      <dgm:t>
        <a:bodyPr/>
        <a:lstStyle/>
        <a:p>
          <a:endParaRPr lang="en-US"/>
        </a:p>
      </dgm:t>
    </dgm:pt>
    <dgm:pt modelId="{27E17E0E-71A8-4A7D-A66F-D81CF435B702}">
      <dgm:prSet/>
      <dgm:spPr/>
      <dgm:t>
        <a:bodyPr/>
        <a:lstStyle/>
        <a:p>
          <a:r>
            <a:rPr lang="en-US" b="0" i="0" baseline="0"/>
            <a:t>This project frames PET enhancement as a high-risk research problem and identifies the right questions for future work</a:t>
          </a:r>
          <a:endParaRPr lang="en-US"/>
        </a:p>
      </dgm:t>
    </dgm:pt>
    <dgm:pt modelId="{93244787-0953-47CC-B7B2-3988DAE0A45F}" type="parTrans" cxnId="{8A15B234-D6A6-4BBB-A31A-859018827C40}">
      <dgm:prSet/>
      <dgm:spPr/>
      <dgm:t>
        <a:bodyPr/>
        <a:lstStyle/>
        <a:p>
          <a:endParaRPr lang="en-US"/>
        </a:p>
      </dgm:t>
    </dgm:pt>
    <dgm:pt modelId="{5AA913AB-7855-4198-B155-DD78FF4B241E}" type="sibTrans" cxnId="{8A15B234-D6A6-4BBB-A31A-859018827C40}">
      <dgm:prSet/>
      <dgm:spPr/>
      <dgm:t>
        <a:bodyPr/>
        <a:lstStyle/>
        <a:p>
          <a:endParaRPr lang="en-US"/>
        </a:p>
      </dgm:t>
    </dgm:pt>
    <dgm:pt modelId="{E8C934A5-34F1-E84B-B3BB-908028927A55}" type="pres">
      <dgm:prSet presAssocID="{5F278CEF-22CA-49B6-A1AC-EC826FEE5480}" presName="vert0" presStyleCnt="0">
        <dgm:presLayoutVars>
          <dgm:dir/>
          <dgm:animOne val="branch"/>
          <dgm:animLvl val="lvl"/>
        </dgm:presLayoutVars>
      </dgm:prSet>
      <dgm:spPr/>
    </dgm:pt>
    <dgm:pt modelId="{08E9278A-59D7-F044-9D56-85D55A781D0A}" type="pres">
      <dgm:prSet presAssocID="{E412D9F8-CFBB-419A-AE56-88CEFF24CF54}" presName="thickLine" presStyleLbl="alignNode1" presStyleIdx="0" presStyleCnt="7"/>
      <dgm:spPr/>
    </dgm:pt>
    <dgm:pt modelId="{3932E1F6-DAB5-B04A-AB0A-CCD1463BE50D}" type="pres">
      <dgm:prSet presAssocID="{E412D9F8-CFBB-419A-AE56-88CEFF24CF54}" presName="horz1" presStyleCnt="0"/>
      <dgm:spPr/>
    </dgm:pt>
    <dgm:pt modelId="{8EC6ED2D-EBCB-EB40-8F1A-99904AB5BA27}" type="pres">
      <dgm:prSet presAssocID="{E412D9F8-CFBB-419A-AE56-88CEFF24CF54}" presName="tx1" presStyleLbl="revTx" presStyleIdx="0" presStyleCnt="7"/>
      <dgm:spPr/>
    </dgm:pt>
    <dgm:pt modelId="{7F6A7F1F-0D49-AC43-9E38-A2343FD0D5B4}" type="pres">
      <dgm:prSet presAssocID="{E412D9F8-CFBB-419A-AE56-88CEFF24CF54}" presName="vert1" presStyleCnt="0"/>
      <dgm:spPr/>
    </dgm:pt>
    <dgm:pt modelId="{0BB28962-30F8-F94B-8ECD-9CD33211EBB4}" type="pres">
      <dgm:prSet presAssocID="{6D6CCD4A-5CE6-4D7C-B4C5-E54104A68C27}" presName="thickLine" presStyleLbl="alignNode1" presStyleIdx="1" presStyleCnt="7"/>
      <dgm:spPr/>
    </dgm:pt>
    <dgm:pt modelId="{A969B1D6-1005-4B47-821B-AF146A32F82A}" type="pres">
      <dgm:prSet presAssocID="{6D6CCD4A-5CE6-4D7C-B4C5-E54104A68C27}" presName="horz1" presStyleCnt="0"/>
      <dgm:spPr/>
    </dgm:pt>
    <dgm:pt modelId="{AB53EA00-2AD3-DB4C-A4C8-DB4124106E2D}" type="pres">
      <dgm:prSet presAssocID="{6D6CCD4A-5CE6-4D7C-B4C5-E54104A68C27}" presName="tx1" presStyleLbl="revTx" presStyleIdx="1" presStyleCnt="7"/>
      <dgm:spPr/>
    </dgm:pt>
    <dgm:pt modelId="{07736CF4-D88F-1342-8462-66CE95B9A896}" type="pres">
      <dgm:prSet presAssocID="{6D6CCD4A-5CE6-4D7C-B4C5-E54104A68C27}" presName="vert1" presStyleCnt="0"/>
      <dgm:spPr/>
    </dgm:pt>
    <dgm:pt modelId="{B2549073-43D2-D749-8E86-35DC4AC44749}" type="pres">
      <dgm:prSet presAssocID="{CB45F853-BB6E-46FF-95D8-FEB3577A2EDD}" presName="thickLine" presStyleLbl="alignNode1" presStyleIdx="2" presStyleCnt="7"/>
      <dgm:spPr/>
    </dgm:pt>
    <dgm:pt modelId="{2833B49E-2CFE-CE48-B50B-169372E44ECF}" type="pres">
      <dgm:prSet presAssocID="{CB45F853-BB6E-46FF-95D8-FEB3577A2EDD}" presName="horz1" presStyleCnt="0"/>
      <dgm:spPr/>
    </dgm:pt>
    <dgm:pt modelId="{26316656-D127-CC44-B15C-6C750221C53B}" type="pres">
      <dgm:prSet presAssocID="{CB45F853-BB6E-46FF-95D8-FEB3577A2EDD}" presName="tx1" presStyleLbl="revTx" presStyleIdx="2" presStyleCnt="7"/>
      <dgm:spPr/>
    </dgm:pt>
    <dgm:pt modelId="{21302FB9-1E8C-E647-B604-C5E60AE84356}" type="pres">
      <dgm:prSet presAssocID="{CB45F853-BB6E-46FF-95D8-FEB3577A2EDD}" presName="vert1" presStyleCnt="0"/>
      <dgm:spPr/>
    </dgm:pt>
    <dgm:pt modelId="{F975AA7C-C95D-3D4F-A481-34ECF368741C}" type="pres">
      <dgm:prSet presAssocID="{D01CB04B-DD13-4AC6-9241-44E4CF3D0E18}" presName="thickLine" presStyleLbl="alignNode1" presStyleIdx="3" presStyleCnt="7"/>
      <dgm:spPr/>
    </dgm:pt>
    <dgm:pt modelId="{7C92C003-7C93-0C42-8C5F-8FF95B3B4F5F}" type="pres">
      <dgm:prSet presAssocID="{D01CB04B-DD13-4AC6-9241-44E4CF3D0E18}" presName="horz1" presStyleCnt="0"/>
      <dgm:spPr/>
    </dgm:pt>
    <dgm:pt modelId="{B7CA779C-F776-B04D-8B56-5AB7AB92A652}" type="pres">
      <dgm:prSet presAssocID="{D01CB04B-DD13-4AC6-9241-44E4CF3D0E18}" presName="tx1" presStyleLbl="revTx" presStyleIdx="3" presStyleCnt="7"/>
      <dgm:spPr/>
    </dgm:pt>
    <dgm:pt modelId="{3D2F9F4D-A48E-C94F-9E40-79B10220996D}" type="pres">
      <dgm:prSet presAssocID="{D01CB04B-DD13-4AC6-9241-44E4CF3D0E18}" presName="vert1" presStyleCnt="0"/>
      <dgm:spPr/>
    </dgm:pt>
    <dgm:pt modelId="{247822BD-3701-4C45-ABCD-F256E19C494F}" type="pres">
      <dgm:prSet presAssocID="{8C551862-1BC2-4D72-9958-FF0BE645FED4}" presName="thickLine" presStyleLbl="alignNode1" presStyleIdx="4" presStyleCnt="7"/>
      <dgm:spPr/>
    </dgm:pt>
    <dgm:pt modelId="{36200C4B-33F8-9044-B4FA-E0116C2FB28F}" type="pres">
      <dgm:prSet presAssocID="{8C551862-1BC2-4D72-9958-FF0BE645FED4}" presName="horz1" presStyleCnt="0"/>
      <dgm:spPr/>
    </dgm:pt>
    <dgm:pt modelId="{83433426-5A52-9D46-ABCE-BEE8F317A9D1}" type="pres">
      <dgm:prSet presAssocID="{8C551862-1BC2-4D72-9958-FF0BE645FED4}" presName="tx1" presStyleLbl="revTx" presStyleIdx="4" presStyleCnt="7"/>
      <dgm:spPr/>
    </dgm:pt>
    <dgm:pt modelId="{FB314A5E-F878-D946-B961-2400F782AFDD}" type="pres">
      <dgm:prSet presAssocID="{8C551862-1BC2-4D72-9958-FF0BE645FED4}" presName="vert1" presStyleCnt="0"/>
      <dgm:spPr/>
    </dgm:pt>
    <dgm:pt modelId="{0299A86D-F0D8-6A40-9ECD-68054256AFA9}" type="pres">
      <dgm:prSet presAssocID="{063088EC-81A4-4CDA-917A-3375312E703F}" presName="thickLine" presStyleLbl="alignNode1" presStyleIdx="5" presStyleCnt="7"/>
      <dgm:spPr/>
    </dgm:pt>
    <dgm:pt modelId="{1C2DD8C7-3E21-7341-9156-172D5E8FE41B}" type="pres">
      <dgm:prSet presAssocID="{063088EC-81A4-4CDA-917A-3375312E703F}" presName="horz1" presStyleCnt="0"/>
      <dgm:spPr/>
    </dgm:pt>
    <dgm:pt modelId="{C4E4F927-E403-3E44-8C32-BDA6CD7E4F19}" type="pres">
      <dgm:prSet presAssocID="{063088EC-81A4-4CDA-917A-3375312E703F}" presName="tx1" presStyleLbl="revTx" presStyleIdx="5" presStyleCnt="7"/>
      <dgm:spPr/>
    </dgm:pt>
    <dgm:pt modelId="{7B282972-FCFB-BA4D-B649-867D54194925}" type="pres">
      <dgm:prSet presAssocID="{063088EC-81A4-4CDA-917A-3375312E703F}" presName="vert1" presStyleCnt="0"/>
      <dgm:spPr/>
    </dgm:pt>
    <dgm:pt modelId="{D18B549C-DFC2-6542-A67A-BDC553C87A7E}" type="pres">
      <dgm:prSet presAssocID="{27E17E0E-71A8-4A7D-A66F-D81CF435B702}" presName="thickLine" presStyleLbl="alignNode1" presStyleIdx="6" presStyleCnt="7"/>
      <dgm:spPr/>
    </dgm:pt>
    <dgm:pt modelId="{7F942FDD-68AF-EF4F-B03D-0CC6CC737BEC}" type="pres">
      <dgm:prSet presAssocID="{27E17E0E-71A8-4A7D-A66F-D81CF435B702}" presName="horz1" presStyleCnt="0"/>
      <dgm:spPr/>
    </dgm:pt>
    <dgm:pt modelId="{E368F8A9-9689-354D-9544-C520138ACAFA}" type="pres">
      <dgm:prSet presAssocID="{27E17E0E-71A8-4A7D-A66F-D81CF435B702}" presName="tx1" presStyleLbl="revTx" presStyleIdx="6" presStyleCnt="7"/>
      <dgm:spPr/>
    </dgm:pt>
    <dgm:pt modelId="{74753A21-9031-454A-8D2B-EDDEF2FD51F6}" type="pres">
      <dgm:prSet presAssocID="{27E17E0E-71A8-4A7D-A66F-D81CF435B702}" presName="vert1" presStyleCnt="0"/>
      <dgm:spPr/>
    </dgm:pt>
  </dgm:ptLst>
  <dgm:cxnLst>
    <dgm:cxn modelId="{8D2C1402-E84A-4C83-8732-4B24218FE5FE}" srcId="{5F278CEF-22CA-49B6-A1AC-EC826FEE5480}" destId="{063088EC-81A4-4CDA-917A-3375312E703F}" srcOrd="5" destOrd="0" parTransId="{2C854C84-97CC-4325-933C-827186127BF5}" sibTransId="{729C21FF-9F90-4F73-AAB8-170B139B1371}"/>
    <dgm:cxn modelId="{2BA12714-264C-874B-A715-A166AB82D5AE}" type="presOf" srcId="{E412D9F8-CFBB-419A-AE56-88CEFF24CF54}" destId="{8EC6ED2D-EBCB-EB40-8F1A-99904AB5BA27}" srcOrd="0" destOrd="0" presId="urn:microsoft.com/office/officeart/2008/layout/LinedList"/>
    <dgm:cxn modelId="{153E6D2D-235B-8344-8986-29B23EB88341}" type="presOf" srcId="{27E17E0E-71A8-4A7D-A66F-D81CF435B702}" destId="{E368F8A9-9689-354D-9544-C520138ACAFA}" srcOrd="0" destOrd="0" presId="urn:microsoft.com/office/officeart/2008/layout/LinedList"/>
    <dgm:cxn modelId="{8A15B234-D6A6-4BBB-A31A-859018827C40}" srcId="{5F278CEF-22CA-49B6-A1AC-EC826FEE5480}" destId="{27E17E0E-71A8-4A7D-A66F-D81CF435B702}" srcOrd="6" destOrd="0" parTransId="{93244787-0953-47CC-B7B2-3988DAE0A45F}" sibTransId="{5AA913AB-7855-4198-B155-DD78FF4B241E}"/>
    <dgm:cxn modelId="{9D42663D-9F59-6B46-89EA-6B354628A54B}" type="presOf" srcId="{CB45F853-BB6E-46FF-95D8-FEB3577A2EDD}" destId="{26316656-D127-CC44-B15C-6C750221C53B}" srcOrd="0" destOrd="0" presId="urn:microsoft.com/office/officeart/2008/layout/LinedList"/>
    <dgm:cxn modelId="{9C175E3E-E8A7-40E3-976F-BC28179AE266}" srcId="{5F278CEF-22CA-49B6-A1AC-EC826FEE5480}" destId="{8C551862-1BC2-4D72-9958-FF0BE645FED4}" srcOrd="4" destOrd="0" parTransId="{7E3D4920-14FF-4A64-9201-790E78DA2C3B}" sibTransId="{1122D49F-7C9B-447D-A469-792954A32301}"/>
    <dgm:cxn modelId="{1D01EB47-86E2-CA43-8B26-7B65C775A303}" type="presOf" srcId="{8C551862-1BC2-4D72-9958-FF0BE645FED4}" destId="{83433426-5A52-9D46-ABCE-BEE8F317A9D1}" srcOrd="0" destOrd="0" presId="urn:microsoft.com/office/officeart/2008/layout/LinedList"/>
    <dgm:cxn modelId="{266EF64A-8030-7140-B628-DC38A1A82F09}" type="presOf" srcId="{D01CB04B-DD13-4AC6-9241-44E4CF3D0E18}" destId="{B7CA779C-F776-B04D-8B56-5AB7AB92A652}" srcOrd="0" destOrd="0" presId="urn:microsoft.com/office/officeart/2008/layout/LinedList"/>
    <dgm:cxn modelId="{1DB15254-DA13-476E-9DC9-035331C7379F}" srcId="{5F278CEF-22CA-49B6-A1AC-EC826FEE5480}" destId="{D01CB04B-DD13-4AC6-9241-44E4CF3D0E18}" srcOrd="3" destOrd="0" parTransId="{D9565D61-77D1-456A-AFBA-E4D20124C87D}" sibTransId="{57D675E9-15FE-453B-BA00-EF22DE490C90}"/>
    <dgm:cxn modelId="{B3C5DF57-73EA-4F8B-9941-73DCFDEFD00D}" srcId="{5F278CEF-22CA-49B6-A1AC-EC826FEE5480}" destId="{E412D9F8-CFBB-419A-AE56-88CEFF24CF54}" srcOrd="0" destOrd="0" parTransId="{557FFC8B-54C4-442E-AC5D-AF20FAFCEEFF}" sibTransId="{DA2AA0F7-996E-4D53-9963-E9953D600605}"/>
    <dgm:cxn modelId="{B3A6BF7E-D912-5441-A219-F05439A7F86D}" type="presOf" srcId="{5F278CEF-22CA-49B6-A1AC-EC826FEE5480}" destId="{E8C934A5-34F1-E84B-B3BB-908028927A55}" srcOrd="0" destOrd="0" presId="urn:microsoft.com/office/officeart/2008/layout/LinedList"/>
    <dgm:cxn modelId="{8E075D88-FC0F-4210-925A-8282C75AD12D}" srcId="{5F278CEF-22CA-49B6-A1AC-EC826FEE5480}" destId="{CB45F853-BB6E-46FF-95D8-FEB3577A2EDD}" srcOrd="2" destOrd="0" parTransId="{FCA7BBF7-DBC0-41C3-9A78-AB48BC56BE8B}" sibTransId="{678BA888-994C-4759-BD5C-1E849FD82425}"/>
    <dgm:cxn modelId="{032AA19A-8B9D-1C49-8FEE-B6A815B453A5}" type="presOf" srcId="{6D6CCD4A-5CE6-4D7C-B4C5-E54104A68C27}" destId="{AB53EA00-2AD3-DB4C-A4C8-DB4124106E2D}" srcOrd="0" destOrd="0" presId="urn:microsoft.com/office/officeart/2008/layout/LinedList"/>
    <dgm:cxn modelId="{7DAF3FCE-B1BC-48A9-8C6F-A4F2B71F439F}" srcId="{5F278CEF-22CA-49B6-A1AC-EC826FEE5480}" destId="{6D6CCD4A-5CE6-4D7C-B4C5-E54104A68C27}" srcOrd="1" destOrd="0" parTransId="{5E7901D6-7FE4-48B7-AB3A-957DF73A6DDB}" sibTransId="{FFE906FB-3A32-48E9-90F6-A702AF1D48C0}"/>
    <dgm:cxn modelId="{F9E418E1-E5C2-1D4A-9131-FFCE52CBB83E}" type="presOf" srcId="{063088EC-81A4-4CDA-917A-3375312E703F}" destId="{C4E4F927-E403-3E44-8C32-BDA6CD7E4F19}" srcOrd="0" destOrd="0" presId="urn:microsoft.com/office/officeart/2008/layout/LinedList"/>
    <dgm:cxn modelId="{99BD7121-44F6-8D4A-8204-BDAA070AB5F5}" type="presParOf" srcId="{E8C934A5-34F1-E84B-B3BB-908028927A55}" destId="{08E9278A-59D7-F044-9D56-85D55A781D0A}" srcOrd="0" destOrd="0" presId="urn:microsoft.com/office/officeart/2008/layout/LinedList"/>
    <dgm:cxn modelId="{7C0B13A1-A1C0-9646-BD58-1E1A9BB2AA67}" type="presParOf" srcId="{E8C934A5-34F1-E84B-B3BB-908028927A55}" destId="{3932E1F6-DAB5-B04A-AB0A-CCD1463BE50D}" srcOrd="1" destOrd="0" presId="urn:microsoft.com/office/officeart/2008/layout/LinedList"/>
    <dgm:cxn modelId="{281B27D6-4232-D745-985F-8E1828080D81}" type="presParOf" srcId="{3932E1F6-DAB5-B04A-AB0A-CCD1463BE50D}" destId="{8EC6ED2D-EBCB-EB40-8F1A-99904AB5BA27}" srcOrd="0" destOrd="0" presId="urn:microsoft.com/office/officeart/2008/layout/LinedList"/>
    <dgm:cxn modelId="{9FB379FD-0329-CC4E-80CE-3DECA8A1B647}" type="presParOf" srcId="{3932E1F6-DAB5-B04A-AB0A-CCD1463BE50D}" destId="{7F6A7F1F-0D49-AC43-9E38-A2343FD0D5B4}" srcOrd="1" destOrd="0" presId="urn:microsoft.com/office/officeart/2008/layout/LinedList"/>
    <dgm:cxn modelId="{504EF547-67B9-674C-995A-26A37EE97D1A}" type="presParOf" srcId="{E8C934A5-34F1-E84B-B3BB-908028927A55}" destId="{0BB28962-30F8-F94B-8ECD-9CD33211EBB4}" srcOrd="2" destOrd="0" presId="urn:microsoft.com/office/officeart/2008/layout/LinedList"/>
    <dgm:cxn modelId="{A99474F4-7C1E-874A-B38E-2E7D69E00F27}" type="presParOf" srcId="{E8C934A5-34F1-E84B-B3BB-908028927A55}" destId="{A969B1D6-1005-4B47-821B-AF146A32F82A}" srcOrd="3" destOrd="0" presId="urn:microsoft.com/office/officeart/2008/layout/LinedList"/>
    <dgm:cxn modelId="{A3818630-FC2E-9849-AE28-886C79701AB3}" type="presParOf" srcId="{A969B1D6-1005-4B47-821B-AF146A32F82A}" destId="{AB53EA00-2AD3-DB4C-A4C8-DB4124106E2D}" srcOrd="0" destOrd="0" presId="urn:microsoft.com/office/officeart/2008/layout/LinedList"/>
    <dgm:cxn modelId="{0AE6F987-67B3-784F-ABE0-949DB4814DC3}" type="presParOf" srcId="{A969B1D6-1005-4B47-821B-AF146A32F82A}" destId="{07736CF4-D88F-1342-8462-66CE95B9A896}" srcOrd="1" destOrd="0" presId="urn:microsoft.com/office/officeart/2008/layout/LinedList"/>
    <dgm:cxn modelId="{BEA849B1-D3CD-ED46-8EEF-3F81974F198E}" type="presParOf" srcId="{E8C934A5-34F1-E84B-B3BB-908028927A55}" destId="{B2549073-43D2-D749-8E86-35DC4AC44749}" srcOrd="4" destOrd="0" presId="urn:microsoft.com/office/officeart/2008/layout/LinedList"/>
    <dgm:cxn modelId="{CAF26EEF-79A8-304D-958E-D3D0FE2ED9E6}" type="presParOf" srcId="{E8C934A5-34F1-E84B-B3BB-908028927A55}" destId="{2833B49E-2CFE-CE48-B50B-169372E44ECF}" srcOrd="5" destOrd="0" presId="urn:microsoft.com/office/officeart/2008/layout/LinedList"/>
    <dgm:cxn modelId="{BDCC2FBF-0425-EB4B-A2BA-0F86000E0CA8}" type="presParOf" srcId="{2833B49E-2CFE-CE48-B50B-169372E44ECF}" destId="{26316656-D127-CC44-B15C-6C750221C53B}" srcOrd="0" destOrd="0" presId="urn:microsoft.com/office/officeart/2008/layout/LinedList"/>
    <dgm:cxn modelId="{10855B4D-3E52-6B4C-ACAE-4AB55A0957C7}" type="presParOf" srcId="{2833B49E-2CFE-CE48-B50B-169372E44ECF}" destId="{21302FB9-1E8C-E647-B604-C5E60AE84356}" srcOrd="1" destOrd="0" presId="urn:microsoft.com/office/officeart/2008/layout/LinedList"/>
    <dgm:cxn modelId="{735DFACB-4C32-F848-8A7F-FFD827B64D6F}" type="presParOf" srcId="{E8C934A5-34F1-E84B-B3BB-908028927A55}" destId="{F975AA7C-C95D-3D4F-A481-34ECF368741C}" srcOrd="6" destOrd="0" presId="urn:microsoft.com/office/officeart/2008/layout/LinedList"/>
    <dgm:cxn modelId="{6065665F-4FC6-FE4E-AED2-9049E786A15F}" type="presParOf" srcId="{E8C934A5-34F1-E84B-B3BB-908028927A55}" destId="{7C92C003-7C93-0C42-8C5F-8FF95B3B4F5F}" srcOrd="7" destOrd="0" presId="urn:microsoft.com/office/officeart/2008/layout/LinedList"/>
    <dgm:cxn modelId="{3FC79448-2508-E244-BE7F-1742CA4FB792}" type="presParOf" srcId="{7C92C003-7C93-0C42-8C5F-8FF95B3B4F5F}" destId="{B7CA779C-F776-B04D-8B56-5AB7AB92A652}" srcOrd="0" destOrd="0" presId="urn:microsoft.com/office/officeart/2008/layout/LinedList"/>
    <dgm:cxn modelId="{B6509FCF-FDDF-E649-822A-EBB077D8F5E4}" type="presParOf" srcId="{7C92C003-7C93-0C42-8C5F-8FF95B3B4F5F}" destId="{3D2F9F4D-A48E-C94F-9E40-79B10220996D}" srcOrd="1" destOrd="0" presId="urn:microsoft.com/office/officeart/2008/layout/LinedList"/>
    <dgm:cxn modelId="{127488B3-A522-CA49-AAF3-9E0A930A81EA}" type="presParOf" srcId="{E8C934A5-34F1-E84B-B3BB-908028927A55}" destId="{247822BD-3701-4C45-ABCD-F256E19C494F}" srcOrd="8" destOrd="0" presId="urn:microsoft.com/office/officeart/2008/layout/LinedList"/>
    <dgm:cxn modelId="{9850D0E4-966B-4D42-B451-CF2201E32928}" type="presParOf" srcId="{E8C934A5-34F1-E84B-B3BB-908028927A55}" destId="{36200C4B-33F8-9044-B4FA-E0116C2FB28F}" srcOrd="9" destOrd="0" presId="urn:microsoft.com/office/officeart/2008/layout/LinedList"/>
    <dgm:cxn modelId="{6B073C93-D624-744A-B2C0-356BA306C41B}" type="presParOf" srcId="{36200C4B-33F8-9044-B4FA-E0116C2FB28F}" destId="{83433426-5A52-9D46-ABCE-BEE8F317A9D1}" srcOrd="0" destOrd="0" presId="urn:microsoft.com/office/officeart/2008/layout/LinedList"/>
    <dgm:cxn modelId="{91AB9458-DB50-5D40-B5A7-3AC71C9D5922}" type="presParOf" srcId="{36200C4B-33F8-9044-B4FA-E0116C2FB28F}" destId="{FB314A5E-F878-D946-B961-2400F782AFDD}" srcOrd="1" destOrd="0" presId="urn:microsoft.com/office/officeart/2008/layout/LinedList"/>
    <dgm:cxn modelId="{070D51FD-D85D-7D4F-98B4-3DC82A3DF5E7}" type="presParOf" srcId="{E8C934A5-34F1-E84B-B3BB-908028927A55}" destId="{0299A86D-F0D8-6A40-9ECD-68054256AFA9}" srcOrd="10" destOrd="0" presId="urn:microsoft.com/office/officeart/2008/layout/LinedList"/>
    <dgm:cxn modelId="{3ADE679C-B040-F34D-9D64-C684EA0EBF37}" type="presParOf" srcId="{E8C934A5-34F1-E84B-B3BB-908028927A55}" destId="{1C2DD8C7-3E21-7341-9156-172D5E8FE41B}" srcOrd="11" destOrd="0" presId="urn:microsoft.com/office/officeart/2008/layout/LinedList"/>
    <dgm:cxn modelId="{F336353A-D927-2C40-9F28-B0C423727F42}" type="presParOf" srcId="{1C2DD8C7-3E21-7341-9156-172D5E8FE41B}" destId="{C4E4F927-E403-3E44-8C32-BDA6CD7E4F19}" srcOrd="0" destOrd="0" presId="urn:microsoft.com/office/officeart/2008/layout/LinedList"/>
    <dgm:cxn modelId="{E2224EC2-AE86-0F45-B11C-F12F84984B31}" type="presParOf" srcId="{1C2DD8C7-3E21-7341-9156-172D5E8FE41B}" destId="{7B282972-FCFB-BA4D-B649-867D54194925}" srcOrd="1" destOrd="0" presId="urn:microsoft.com/office/officeart/2008/layout/LinedList"/>
    <dgm:cxn modelId="{D370C160-7F71-3A43-A3FE-C06BE0551C05}" type="presParOf" srcId="{E8C934A5-34F1-E84B-B3BB-908028927A55}" destId="{D18B549C-DFC2-6542-A67A-BDC553C87A7E}" srcOrd="12" destOrd="0" presId="urn:microsoft.com/office/officeart/2008/layout/LinedList"/>
    <dgm:cxn modelId="{86CBC111-22F0-EB40-A964-F8CFFBF99CCC}" type="presParOf" srcId="{E8C934A5-34F1-E84B-B3BB-908028927A55}" destId="{7F942FDD-68AF-EF4F-B03D-0CC6CC737BEC}" srcOrd="13" destOrd="0" presId="urn:microsoft.com/office/officeart/2008/layout/LinedList"/>
    <dgm:cxn modelId="{9A2124EB-0FA2-524E-B47D-4E8CD3A5E110}" type="presParOf" srcId="{7F942FDD-68AF-EF4F-B03D-0CC6CC737BEC}" destId="{E368F8A9-9689-354D-9544-C520138ACAFA}" srcOrd="0" destOrd="0" presId="urn:microsoft.com/office/officeart/2008/layout/LinedList"/>
    <dgm:cxn modelId="{A0D5D986-95AF-8F4B-B973-146BF02150C4}" type="presParOf" srcId="{7F942FDD-68AF-EF4F-B03D-0CC6CC737BEC}" destId="{74753A21-9031-454A-8D2B-EDDEF2FD51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3A192-AC32-F54E-AC9D-2F7632F84AB2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83329-112B-1649-BCD6-06A0C107E592}">
      <dsp:nvSpPr>
        <dsp:cNvPr id="0" name=""/>
        <dsp:cNvSpPr/>
      </dsp:nvSpPr>
      <dsp:spPr>
        <a:xfrm>
          <a:off x="0" y="689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 radiotracer undergoes beta-plus decay, emitting a positron from the nucleus </a:t>
          </a:r>
          <a:endParaRPr lang="en-US" sz="2300" kern="1200"/>
        </a:p>
      </dsp:txBody>
      <dsp:txXfrm>
        <a:off x="0" y="689"/>
        <a:ext cx="6797675" cy="806933"/>
      </dsp:txXfrm>
    </dsp:sp>
    <dsp:sp modelId="{E9F1710F-0976-A248-803F-D7B6811C30BD}">
      <dsp:nvSpPr>
        <dsp:cNvPr id="0" name=""/>
        <dsp:cNvSpPr/>
      </dsp:nvSpPr>
      <dsp:spPr>
        <a:xfrm>
          <a:off x="0" y="807622"/>
          <a:ext cx="6797675" cy="0"/>
        </a:xfrm>
        <a:prstGeom prst="line">
          <a:avLst/>
        </a:prstGeom>
        <a:solidFill>
          <a:schemeClr val="accent2">
            <a:hueOff val="-221971"/>
            <a:satOff val="-98"/>
            <a:lumOff val="261"/>
            <a:alphaOff val="0"/>
          </a:schemeClr>
        </a:solidFill>
        <a:ln w="15875" cap="flat" cmpd="sng" algn="ctr">
          <a:solidFill>
            <a:schemeClr val="accent2">
              <a:hueOff val="-221971"/>
              <a:satOff val="-98"/>
              <a:lumOff val="2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BA0AD-D42D-A444-B768-D06FA5C49B1C}">
      <dsp:nvSpPr>
        <dsp:cNvPr id="0" name=""/>
        <dsp:cNvSpPr/>
      </dsp:nvSpPr>
      <dsp:spPr>
        <a:xfrm>
          <a:off x="0" y="807622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The positron travels a short distance in tissue (0.5–2.4 mm for ¹⁸F) then annihilates with a nearby electron </a:t>
          </a:r>
          <a:endParaRPr lang="en-US" sz="2300" kern="1200"/>
        </a:p>
      </dsp:txBody>
      <dsp:txXfrm>
        <a:off x="0" y="807622"/>
        <a:ext cx="6797675" cy="806933"/>
      </dsp:txXfrm>
    </dsp:sp>
    <dsp:sp modelId="{24D6F747-2308-624A-B849-E4E6CD148EB3}">
      <dsp:nvSpPr>
        <dsp:cNvPr id="0" name=""/>
        <dsp:cNvSpPr/>
      </dsp:nvSpPr>
      <dsp:spPr>
        <a:xfrm>
          <a:off x="0" y="1614556"/>
          <a:ext cx="6797675" cy="0"/>
        </a:xfrm>
        <a:prstGeom prst="line">
          <a:avLst/>
        </a:prstGeom>
        <a:solidFill>
          <a:schemeClr val="accent2">
            <a:hueOff val="-443941"/>
            <a:satOff val="-195"/>
            <a:lumOff val="523"/>
            <a:alphaOff val="0"/>
          </a:schemeClr>
        </a:solidFill>
        <a:ln w="15875" cap="flat" cmpd="sng" algn="ctr">
          <a:solidFill>
            <a:schemeClr val="accent2">
              <a:hueOff val="-443941"/>
              <a:satOff val="-195"/>
              <a:lumOff val="5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C47AE-833D-B24A-BB90-A19A70A40635}">
      <dsp:nvSpPr>
        <dsp:cNvPr id="0" name=""/>
        <dsp:cNvSpPr/>
      </dsp:nvSpPr>
      <dsp:spPr>
        <a:xfrm>
          <a:off x="0" y="1614556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Annihilation produces two 511 keV gamma photons traveling in exactly opposite directions </a:t>
          </a:r>
          <a:endParaRPr lang="en-US" sz="2300" kern="1200"/>
        </a:p>
      </dsp:txBody>
      <dsp:txXfrm>
        <a:off x="0" y="1614556"/>
        <a:ext cx="6797675" cy="806933"/>
      </dsp:txXfrm>
    </dsp:sp>
    <dsp:sp modelId="{24A9448F-9322-A74F-84CA-D2204725ADB2}">
      <dsp:nvSpPr>
        <dsp:cNvPr id="0" name=""/>
        <dsp:cNvSpPr/>
      </dsp:nvSpPr>
      <dsp:spPr>
        <a:xfrm>
          <a:off x="0" y="2421489"/>
          <a:ext cx="6797675" cy="0"/>
        </a:xfrm>
        <a:prstGeom prst="line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accent2">
              <a:hueOff val="-665912"/>
              <a:satOff val="-293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66837-B730-9A41-AC45-80D7B59492F9}">
      <dsp:nvSpPr>
        <dsp:cNvPr id="0" name=""/>
        <dsp:cNvSpPr/>
      </dsp:nvSpPr>
      <dsp:spPr>
        <a:xfrm>
          <a:off x="0" y="2421489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Detector rings surrounding the patient record both photons within a coincidence timing window of 2–10 ns </a:t>
          </a:r>
          <a:endParaRPr lang="en-US" sz="2300" kern="1200"/>
        </a:p>
      </dsp:txBody>
      <dsp:txXfrm>
        <a:off x="0" y="2421489"/>
        <a:ext cx="6797675" cy="806933"/>
      </dsp:txXfrm>
    </dsp:sp>
    <dsp:sp modelId="{91AA46C2-2816-8448-88C7-C8DF81057F75}">
      <dsp:nvSpPr>
        <dsp:cNvPr id="0" name=""/>
        <dsp:cNvSpPr/>
      </dsp:nvSpPr>
      <dsp:spPr>
        <a:xfrm>
          <a:off x="0" y="3228422"/>
          <a:ext cx="6797675" cy="0"/>
        </a:xfrm>
        <a:prstGeom prst="line">
          <a:avLst/>
        </a:prstGeom>
        <a:solidFill>
          <a:schemeClr val="accent2">
            <a:hueOff val="-887883"/>
            <a:satOff val="-391"/>
            <a:lumOff val="1046"/>
            <a:alphaOff val="0"/>
          </a:schemeClr>
        </a:solidFill>
        <a:ln w="15875" cap="flat" cmpd="sng" algn="ctr">
          <a:solidFill>
            <a:schemeClr val="accent2">
              <a:hueOff val="-887883"/>
              <a:satOff val="-391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54D93-7E10-184B-840F-ADDE923318BD}">
      <dsp:nvSpPr>
        <dsp:cNvPr id="0" name=""/>
        <dsp:cNvSpPr/>
      </dsp:nvSpPr>
      <dsp:spPr>
        <a:xfrm>
          <a:off x="0" y="3228422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Each detected pair defines a line of response (LOR) and the annihilation happened somewhere along that line </a:t>
          </a:r>
          <a:endParaRPr lang="en-US" sz="2300" kern="1200"/>
        </a:p>
      </dsp:txBody>
      <dsp:txXfrm>
        <a:off x="0" y="3228422"/>
        <a:ext cx="6797675" cy="806933"/>
      </dsp:txXfrm>
    </dsp:sp>
    <dsp:sp modelId="{D8F871F3-5FF9-5747-BA5C-002C589CB358}">
      <dsp:nvSpPr>
        <dsp:cNvPr id="0" name=""/>
        <dsp:cNvSpPr/>
      </dsp:nvSpPr>
      <dsp:spPr>
        <a:xfrm>
          <a:off x="0" y="4035355"/>
          <a:ext cx="6797675" cy="0"/>
        </a:xfrm>
        <a:prstGeom prst="line">
          <a:avLst/>
        </a:prstGeom>
        <a:solidFill>
          <a:schemeClr val="accent2">
            <a:hueOff val="-1109853"/>
            <a:satOff val="-488"/>
            <a:lumOff val="1307"/>
            <a:alphaOff val="0"/>
          </a:schemeClr>
        </a:solidFill>
        <a:ln w="15875" cap="flat" cmpd="sng" algn="ctr">
          <a:solidFill>
            <a:schemeClr val="accent2">
              <a:hueOff val="-1109853"/>
              <a:satOff val="-488"/>
              <a:lumOff val="13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C0A83-3981-3C4D-9B2D-5944E8845D4A}">
      <dsp:nvSpPr>
        <dsp:cNvPr id="0" name=""/>
        <dsp:cNvSpPr/>
      </dsp:nvSpPr>
      <dsp:spPr>
        <a:xfrm>
          <a:off x="0" y="4035355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Millions of LORs are collected and organized into a sinogram </a:t>
          </a:r>
          <a:endParaRPr lang="en-US" sz="2300" kern="1200"/>
        </a:p>
      </dsp:txBody>
      <dsp:txXfrm>
        <a:off x="0" y="4035355"/>
        <a:ext cx="6797675" cy="806933"/>
      </dsp:txXfrm>
    </dsp:sp>
    <dsp:sp modelId="{25A971F4-0C88-0646-96F6-3F30C5BE0A2A}">
      <dsp:nvSpPr>
        <dsp:cNvPr id="0" name=""/>
        <dsp:cNvSpPr/>
      </dsp:nvSpPr>
      <dsp:spPr>
        <a:xfrm>
          <a:off x="0" y="4842289"/>
          <a:ext cx="6797675" cy="0"/>
        </a:xfrm>
        <a:prstGeom prst="line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accent2">
              <a:hueOff val="-1331824"/>
              <a:satOff val="-586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17449-5D63-A94E-88B9-5853B497E9BA}">
      <dsp:nvSpPr>
        <dsp:cNvPr id="0" name=""/>
        <dsp:cNvSpPr/>
      </dsp:nvSpPr>
      <dsp:spPr>
        <a:xfrm>
          <a:off x="0" y="4842289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The sinogram is reconstructed into a 3D activity map using iterative algorithms </a:t>
          </a:r>
          <a:endParaRPr lang="en-US" sz="2300" kern="1200"/>
        </a:p>
      </dsp:txBody>
      <dsp:txXfrm>
        <a:off x="0" y="4842289"/>
        <a:ext cx="6797675" cy="8069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16AF9-4C62-4763-B836-CE0A282A694C}">
      <dsp:nvSpPr>
        <dsp:cNvPr id="0" name=""/>
        <dsp:cNvSpPr/>
      </dsp:nvSpPr>
      <dsp:spPr>
        <a:xfrm>
          <a:off x="0" y="3557"/>
          <a:ext cx="7727180" cy="827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F1E20-D39C-4BAD-A0EB-C0151375F4EC}">
      <dsp:nvSpPr>
        <dsp:cNvPr id="0" name=""/>
        <dsp:cNvSpPr/>
      </dsp:nvSpPr>
      <dsp:spPr>
        <a:xfrm>
          <a:off x="250433" y="189829"/>
          <a:ext cx="455333" cy="4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B5E24-9E94-40DD-AA3E-D207A1B9BEB0}">
      <dsp:nvSpPr>
        <dsp:cNvPr id="0" name=""/>
        <dsp:cNvSpPr/>
      </dsp:nvSpPr>
      <dsp:spPr>
        <a:xfrm>
          <a:off x="956200" y="3557"/>
          <a:ext cx="3477231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Oncology</a:t>
          </a:r>
          <a:endParaRPr lang="en-US" sz="2200" kern="1200"/>
        </a:p>
      </dsp:txBody>
      <dsp:txXfrm>
        <a:off x="956200" y="3557"/>
        <a:ext cx="3477231" cy="827879"/>
      </dsp:txXfrm>
    </dsp:sp>
    <dsp:sp modelId="{2DC09B5E-18C7-4801-A4B1-00F7803C8B97}">
      <dsp:nvSpPr>
        <dsp:cNvPr id="0" name=""/>
        <dsp:cNvSpPr/>
      </dsp:nvSpPr>
      <dsp:spPr>
        <a:xfrm>
          <a:off x="4433431" y="3557"/>
          <a:ext cx="3292813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Staging and restaging of lymphoma, lung cancer, colorectal cancer, melanoma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Monitoring therapy response mid-treatment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Detecting recurrence after remission </a:t>
          </a:r>
          <a:endParaRPr lang="en-US" sz="1100" kern="1200"/>
        </a:p>
      </dsp:txBody>
      <dsp:txXfrm>
        <a:off x="4433431" y="3557"/>
        <a:ext cx="3292813" cy="827879"/>
      </dsp:txXfrm>
    </dsp:sp>
    <dsp:sp modelId="{FA3C91B5-1342-4AE4-9B89-4832A4A10952}">
      <dsp:nvSpPr>
        <dsp:cNvPr id="0" name=""/>
        <dsp:cNvSpPr/>
      </dsp:nvSpPr>
      <dsp:spPr>
        <a:xfrm>
          <a:off x="0" y="1038405"/>
          <a:ext cx="7727180" cy="827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E4526-EC80-40E9-BDA8-AE5FF045B46B}">
      <dsp:nvSpPr>
        <dsp:cNvPr id="0" name=""/>
        <dsp:cNvSpPr/>
      </dsp:nvSpPr>
      <dsp:spPr>
        <a:xfrm>
          <a:off x="250433" y="1224678"/>
          <a:ext cx="455333" cy="4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5A9E6-7235-4A51-8C56-28D87846B8FD}">
      <dsp:nvSpPr>
        <dsp:cNvPr id="0" name=""/>
        <dsp:cNvSpPr/>
      </dsp:nvSpPr>
      <dsp:spPr>
        <a:xfrm>
          <a:off x="956200" y="1038405"/>
          <a:ext cx="3477231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Neurology: </a:t>
          </a:r>
          <a:endParaRPr lang="en-US" sz="2200" kern="1200"/>
        </a:p>
      </dsp:txBody>
      <dsp:txXfrm>
        <a:off x="956200" y="1038405"/>
        <a:ext cx="3477231" cy="827879"/>
      </dsp:txXfrm>
    </dsp:sp>
    <dsp:sp modelId="{31AD3E31-A62A-42F3-B105-44CFABD65E42}">
      <dsp:nvSpPr>
        <dsp:cNvPr id="0" name=""/>
        <dsp:cNvSpPr/>
      </dsp:nvSpPr>
      <dsp:spPr>
        <a:xfrm>
          <a:off x="4433431" y="1038405"/>
          <a:ext cx="3292813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Amyloid and tau PET for Alzheimer's disease diagnosis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Seizure focus localization before surgery </a:t>
          </a:r>
          <a:endParaRPr lang="en-US" sz="1100" kern="1200"/>
        </a:p>
      </dsp:txBody>
      <dsp:txXfrm>
        <a:off x="4433431" y="1038405"/>
        <a:ext cx="3292813" cy="827879"/>
      </dsp:txXfrm>
    </dsp:sp>
    <dsp:sp modelId="{A36F5F11-CFCA-47F7-8D25-D37AF3988ADD}">
      <dsp:nvSpPr>
        <dsp:cNvPr id="0" name=""/>
        <dsp:cNvSpPr/>
      </dsp:nvSpPr>
      <dsp:spPr>
        <a:xfrm>
          <a:off x="0" y="2073254"/>
          <a:ext cx="7727180" cy="827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84185-A2D2-4389-9748-115D298059E2}">
      <dsp:nvSpPr>
        <dsp:cNvPr id="0" name=""/>
        <dsp:cNvSpPr/>
      </dsp:nvSpPr>
      <dsp:spPr>
        <a:xfrm>
          <a:off x="250433" y="2259527"/>
          <a:ext cx="455333" cy="4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7463D-DE04-42F0-AA52-BD60A00AD44B}">
      <dsp:nvSpPr>
        <dsp:cNvPr id="0" name=""/>
        <dsp:cNvSpPr/>
      </dsp:nvSpPr>
      <dsp:spPr>
        <a:xfrm>
          <a:off x="956200" y="2073254"/>
          <a:ext cx="3477231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Cardiology: </a:t>
          </a:r>
          <a:endParaRPr lang="en-US" sz="2200" kern="1200"/>
        </a:p>
      </dsp:txBody>
      <dsp:txXfrm>
        <a:off x="956200" y="2073254"/>
        <a:ext cx="3477231" cy="827879"/>
      </dsp:txXfrm>
    </dsp:sp>
    <dsp:sp modelId="{C719E622-CE2A-4B7E-B455-B9143E1B342F}">
      <dsp:nvSpPr>
        <dsp:cNvPr id="0" name=""/>
        <dsp:cNvSpPr/>
      </dsp:nvSpPr>
      <dsp:spPr>
        <a:xfrm>
          <a:off x="4433431" y="2073254"/>
          <a:ext cx="3292813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Myocardial viability assessment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Cardiac sarcoidosis detection </a:t>
          </a:r>
          <a:endParaRPr lang="en-US" sz="1100" kern="1200"/>
        </a:p>
      </dsp:txBody>
      <dsp:txXfrm>
        <a:off x="4433431" y="2073254"/>
        <a:ext cx="3292813" cy="827879"/>
      </dsp:txXfrm>
    </dsp:sp>
    <dsp:sp modelId="{B24E62AA-4E49-4FDC-BC04-D995AE0B6100}">
      <dsp:nvSpPr>
        <dsp:cNvPr id="0" name=""/>
        <dsp:cNvSpPr/>
      </dsp:nvSpPr>
      <dsp:spPr>
        <a:xfrm>
          <a:off x="0" y="3108103"/>
          <a:ext cx="7727180" cy="8278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7025C6-C8DB-4343-AD73-D08DFCB99C52}">
      <dsp:nvSpPr>
        <dsp:cNvPr id="0" name=""/>
        <dsp:cNvSpPr/>
      </dsp:nvSpPr>
      <dsp:spPr>
        <a:xfrm>
          <a:off x="250433" y="3294376"/>
          <a:ext cx="455333" cy="4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A6D11-92D2-4034-93B0-8FEA524685ED}">
      <dsp:nvSpPr>
        <dsp:cNvPr id="0" name=""/>
        <dsp:cNvSpPr/>
      </dsp:nvSpPr>
      <dsp:spPr>
        <a:xfrm>
          <a:off x="956200" y="3108103"/>
          <a:ext cx="3477231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PET findings inform decisions</a:t>
          </a:r>
          <a:endParaRPr lang="en-US" sz="2200" kern="1200" dirty="0"/>
        </a:p>
      </dsp:txBody>
      <dsp:txXfrm>
        <a:off x="956200" y="3108103"/>
        <a:ext cx="3477231" cy="827879"/>
      </dsp:txXfrm>
    </dsp:sp>
    <dsp:sp modelId="{27B968EC-D99B-4D93-B584-A500E9EA80C8}">
      <dsp:nvSpPr>
        <dsp:cNvPr id="0" name=""/>
        <dsp:cNvSpPr/>
      </dsp:nvSpPr>
      <dsp:spPr>
        <a:xfrm>
          <a:off x="4433431" y="3108103"/>
          <a:ext cx="3292813" cy="827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17" tIns="87617" rIns="87617" bIns="8761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Whether to escalate or de-escalate chemotherapy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Whether a patient is a surgical candidate 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Whether a lesion requires biopsy </a:t>
          </a:r>
          <a:endParaRPr lang="en-US" sz="1100" kern="1200"/>
        </a:p>
      </dsp:txBody>
      <dsp:txXfrm>
        <a:off x="4433431" y="3108103"/>
        <a:ext cx="3292813" cy="8278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C1CD7-32BB-C143-AFEE-68F9CB233485}">
      <dsp:nvSpPr>
        <dsp:cNvPr id="0" name=""/>
        <dsp:cNvSpPr/>
      </dsp:nvSpPr>
      <dsp:spPr>
        <a:xfrm>
          <a:off x="0" y="25494"/>
          <a:ext cx="6797675" cy="654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Optimizer: Adam, learning rate 0.0002, beta1 = 0.5 </a:t>
          </a:r>
          <a:endParaRPr lang="en-US" sz="1800" kern="1200"/>
        </a:p>
      </dsp:txBody>
      <dsp:txXfrm>
        <a:off x="31950" y="57444"/>
        <a:ext cx="6733775" cy="590605"/>
      </dsp:txXfrm>
    </dsp:sp>
    <dsp:sp modelId="{3690BDC6-F82A-0044-9FB9-91D56E86F548}">
      <dsp:nvSpPr>
        <dsp:cNvPr id="0" name=""/>
        <dsp:cNvSpPr/>
      </dsp:nvSpPr>
      <dsp:spPr>
        <a:xfrm>
          <a:off x="0" y="731840"/>
          <a:ext cx="6797675" cy="654505"/>
        </a:xfrm>
        <a:prstGeom prst="roundRect">
          <a:avLst/>
        </a:prstGeom>
        <a:solidFill>
          <a:schemeClr val="accent2">
            <a:hueOff val="-190261"/>
            <a:satOff val="-84"/>
            <a:lumOff val="2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Schedule: 100 epochs fixed learning rate, 100 epochs linear decay to zero </a:t>
          </a:r>
          <a:endParaRPr lang="en-US" sz="1800" kern="1200"/>
        </a:p>
      </dsp:txBody>
      <dsp:txXfrm>
        <a:off x="31950" y="763790"/>
        <a:ext cx="6733775" cy="590605"/>
      </dsp:txXfrm>
    </dsp:sp>
    <dsp:sp modelId="{7988329A-94CD-EA4D-A7CD-78C306832508}">
      <dsp:nvSpPr>
        <dsp:cNvPr id="0" name=""/>
        <dsp:cNvSpPr/>
      </dsp:nvSpPr>
      <dsp:spPr>
        <a:xfrm>
          <a:off x="0" y="1438185"/>
          <a:ext cx="6797675" cy="654505"/>
        </a:xfrm>
        <a:prstGeom prst="roundRect">
          <a:avLst/>
        </a:prstGeom>
        <a:solidFill>
          <a:schemeClr val="accent2">
            <a:hueOff val="-380521"/>
            <a:satOff val="-167"/>
            <a:lumOff val="44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Batch size: 1 (GPU memory constraint at 640×320) </a:t>
          </a:r>
          <a:endParaRPr lang="en-US" sz="1800" kern="1200" dirty="0"/>
        </a:p>
      </dsp:txBody>
      <dsp:txXfrm>
        <a:off x="31950" y="1470135"/>
        <a:ext cx="6733775" cy="590605"/>
      </dsp:txXfrm>
    </dsp:sp>
    <dsp:sp modelId="{CC1E762A-7A1A-BB42-A1F5-AD5B2287D79D}">
      <dsp:nvSpPr>
        <dsp:cNvPr id="0" name=""/>
        <dsp:cNvSpPr/>
      </dsp:nvSpPr>
      <dsp:spPr>
        <a:xfrm>
          <a:off x="0" y="2144530"/>
          <a:ext cx="6797675" cy="654505"/>
        </a:xfrm>
        <a:prstGeom prst="roundRect">
          <a:avLst/>
        </a:prstGeom>
        <a:solidFill>
          <a:schemeClr val="accent2">
            <a:hueOff val="-570782"/>
            <a:satOff val="-251"/>
            <a:lumOff val="67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Loss: LSGAN adversarial + cycle consistency (λ=100) + identity loss </a:t>
          </a:r>
          <a:endParaRPr lang="en-US" sz="1800" kern="1200"/>
        </a:p>
      </dsp:txBody>
      <dsp:txXfrm>
        <a:off x="31950" y="2176480"/>
        <a:ext cx="6733775" cy="590605"/>
      </dsp:txXfrm>
    </dsp:sp>
    <dsp:sp modelId="{2BEE3136-2060-2742-BE23-DD1E4BB78C3F}">
      <dsp:nvSpPr>
        <dsp:cNvPr id="0" name=""/>
        <dsp:cNvSpPr/>
      </dsp:nvSpPr>
      <dsp:spPr>
        <a:xfrm>
          <a:off x="0" y="2850875"/>
          <a:ext cx="6797675" cy="654505"/>
        </a:xfrm>
        <a:prstGeom prst="roundRect">
          <a:avLst/>
        </a:prstGeom>
        <a:solidFill>
          <a:schemeClr val="accent2">
            <a:hueOff val="-761042"/>
            <a:satOff val="-335"/>
            <a:lumOff val="89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Instance normalization throughout, normal weight initialization </a:t>
          </a:r>
          <a:endParaRPr lang="en-US" sz="1800" kern="1200"/>
        </a:p>
      </dsp:txBody>
      <dsp:txXfrm>
        <a:off x="31950" y="2882825"/>
        <a:ext cx="6733775" cy="590605"/>
      </dsp:txXfrm>
    </dsp:sp>
    <dsp:sp modelId="{1323CC6B-1DC3-E543-A1DE-F66FC7861C1C}">
      <dsp:nvSpPr>
        <dsp:cNvPr id="0" name=""/>
        <dsp:cNvSpPr/>
      </dsp:nvSpPr>
      <dsp:spPr>
        <a:xfrm>
          <a:off x="0" y="3557221"/>
          <a:ext cx="6797675" cy="654505"/>
        </a:xfrm>
        <a:prstGeom prst="roundRect">
          <a:avLst/>
        </a:prstGeom>
        <a:solidFill>
          <a:schemeClr val="accent2">
            <a:hueOff val="-951303"/>
            <a:satOff val="-419"/>
            <a:lumOff val="112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Discriminator history buffer of 50 images to prevent oscillation </a:t>
          </a:r>
          <a:endParaRPr lang="en-US" sz="1800" kern="1200"/>
        </a:p>
      </dsp:txBody>
      <dsp:txXfrm>
        <a:off x="31950" y="3589171"/>
        <a:ext cx="6733775" cy="590605"/>
      </dsp:txXfrm>
    </dsp:sp>
    <dsp:sp modelId="{113D3916-F851-074D-BB1B-DD7F8E1AAA21}">
      <dsp:nvSpPr>
        <dsp:cNvPr id="0" name=""/>
        <dsp:cNvSpPr/>
      </dsp:nvSpPr>
      <dsp:spPr>
        <a:xfrm>
          <a:off x="0" y="4263566"/>
          <a:ext cx="6797675" cy="654505"/>
        </a:xfrm>
        <a:prstGeom prst="roundRect">
          <a:avLst/>
        </a:prstGeom>
        <a:solidFill>
          <a:schemeClr val="accent2">
            <a:hueOff val="-1141563"/>
            <a:satOff val="-502"/>
            <a:lumOff val="13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Six metrics computed per slice: PSNR, NMSE, SSIM, LPIPS, GMSD, VIFp </a:t>
          </a:r>
          <a:endParaRPr lang="en-US" sz="1800" kern="1200"/>
        </a:p>
      </dsp:txBody>
      <dsp:txXfrm>
        <a:off x="31950" y="4295516"/>
        <a:ext cx="6733775" cy="590605"/>
      </dsp:txXfrm>
    </dsp:sp>
    <dsp:sp modelId="{4FF4E7F4-1869-FC4A-A61A-5A5E3C143919}">
      <dsp:nvSpPr>
        <dsp:cNvPr id="0" name=""/>
        <dsp:cNvSpPr/>
      </dsp:nvSpPr>
      <dsp:spPr>
        <a:xfrm>
          <a:off x="0" y="4969911"/>
          <a:ext cx="6797675" cy="654505"/>
        </a:xfrm>
        <a:prstGeom prst="roundRec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Baseline: same metrics on raw low-dose input for direct comparison</a:t>
          </a:r>
          <a:endParaRPr lang="en-US" sz="1800" kern="1200"/>
        </a:p>
      </dsp:txBody>
      <dsp:txXfrm>
        <a:off x="31950" y="5001861"/>
        <a:ext cx="6733775" cy="5906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AB453-6417-3346-9FE0-E8E757D7ACFD}">
      <dsp:nvSpPr>
        <dsp:cNvPr id="0" name=""/>
        <dsp:cNvSpPr/>
      </dsp:nvSpPr>
      <dsp:spPr>
        <a:xfrm>
          <a:off x="0" y="700682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Noise in low-dose PET is stochastic and well-characterized, radiologists can account for it </a:t>
          </a:r>
          <a:endParaRPr lang="en-US" sz="1800" kern="1200"/>
        </a:p>
      </dsp:txBody>
      <dsp:txXfrm>
        <a:off x="0" y="700682"/>
        <a:ext cx="2124273" cy="1274564"/>
      </dsp:txXfrm>
    </dsp:sp>
    <dsp:sp modelId="{B5D6DB8E-E130-4C4D-B8D9-D08169E33EEA}">
      <dsp:nvSpPr>
        <dsp:cNvPr id="0" name=""/>
        <dsp:cNvSpPr/>
      </dsp:nvSpPr>
      <dsp:spPr>
        <a:xfrm>
          <a:off x="2336700" y="700682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 hallucinated lesion is a systematic error that is indistinguishable from real signal </a:t>
          </a:r>
          <a:endParaRPr lang="en-US" sz="1800" kern="1200"/>
        </a:p>
      </dsp:txBody>
      <dsp:txXfrm>
        <a:off x="2336700" y="700682"/>
        <a:ext cx="2124273" cy="1274564"/>
      </dsp:txXfrm>
    </dsp:sp>
    <dsp:sp modelId="{1C92F8EF-90A9-5F42-B787-DD9FC1576A77}">
      <dsp:nvSpPr>
        <dsp:cNvPr id="0" name=""/>
        <dsp:cNvSpPr/>
      </dsp:nvSpPr>
      <dsp:spPr>
        <a:xfrm>
          <a:off x="4673401" y="700682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False positive: triggers unnecessary biopsy or therapy escalation </a:t>
          </a:r>
          <a:endParaRPr lang="en-US" sz="1800" kern="1200"/>
        </a:p>
      </dsp:txBody>
      <dsp:txXfrm>
        <a:off x="4673401" y="700682"/>
        <a:ext cx="2124273" cy="1274564"/>
      </dsp:txXfrm>
    </dsp:sp>
    <dsp:sp modelId="{E8EBD736-95E1-BC42-980D-344EF8B75624}">
      <dsp:nvSpPr>
        <dsp:cNvPr id="0" name=""/>
        <dsp:cNvSpPr/>
      </dsp:nvSpPr>
      <dsp:spPr>
        <a:xfrm>
          <a:off x="0" y="2187673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False negative: delays treatment of active disease </a:t>
          </a:r>
          <a:endParaRPr lang="en-US" sz="1800" kern="1200"/>
        </a:p>
      </dsp:txBody>
      <dsp:txXfrm>
        <a:off x="0" y="2187673"/>
        <a:ext cx="2124273" cy="1274564"/>
      </dsp:txXfrm>
    </dsp:sp>
    <dsp:sp modelId="{65E62D78-EA2F-BB48-B031-11EBE92897DD}">
      <dsp:nvSpPr>
        <dsp:cNvPr id="0" name=""/>
        <dsp:cNvSpPr/>
      </dsp:nvSpPr>
      <dsp:spPr>
        <a:xfrm>
          <a:off x="2336700" y="2187673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Standard metrics cannot identify which structures in an enhanced image are hallucinated </a:t>
          </a:r>
          <a:endParaRPr lang="en-US" sz="1800" kern="1200"/>
        </a:p>
      </dsp:txBody>
      <dsp:txXfrm>
        <a:off x="2336700" y="2187673"/>
        <a:ext cx="2124273" cy="1274564"/>
      </dsp:txXfrm>
    </dsp:sp>
    <dsp:sp modelId="{9386D9D9-379F-6D47-BFF1-CC931A62789A}">
      <dsp:nvSpPr>
        <dsp:cNvPr id="0" name=""/>
        <dsp:cNvSpPr/>
      </dsp:nvSpPr>
      <dsp:spPr>
        <a:xfrm>
          <a:off x="4673401" y="2187673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Clinical deployment would require lesion-level validation</a:t>
          </a:r>
          <a:endParaRPr lang="en-US" sz="1800" kern="1200" dirty="0"/>
        </a:p>
      </dsp:txBody>
      <dsp:txXfrm>
        <a:off x="4673401" y="2187673"/>
        <a:ext cx="2124273" cy="1274564"/>
      </dsp:txXfrm>
    </dsp:sp>
    <dsp:sp modelId="{3654277A-A907-A949-980A-F6E3157B0ACD}">
      <dsp:nvSpPr>
        <dsp:cNvPr id="0" name=""/>
        <dsp:cNvSpPr/>
      </dsp:nvSpPr>
      <dsp:spPr>
        <a:xfrm>
          <a:off x="2336700" y="3674665"/>
          <a:ext cx="2124273" cy="1274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This project demonstrates both the promise and the limits of generative PET enhancement</a:t>
          </a:r>
          <a:endParaRPr lang="en-US" sz="1800" kern="1200"/>
        </a:p>
      </dsp:txBody>
      <dsp:txXfrm>
        <a:off x="2336700" y="3674665"/>
        <a:ext cx="2124273" cy="12745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9278A-59D7-F044-9D56-85D55A781D0A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6ED2D-EBCB-EB40-8F1A-99904AB5BA27}">
      <dsp:nvSpPr>
        <dsp:cNvPr id="0" name=""/>
        <dsp:cNvSpPr/>
      </dsp:nvSpPr>
      <dsp:spPr>
        <a:xfrm>
          <a:off x="0" y="689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CycleGAN consistently improved low-dose PET image quality across all 25 patients and all six metrics </a:t>
          </a:r>
          <a:endParaRPr lang="en-US" sz="2100" kern="1200"/>
        </a:p>
      </dsp:txBody>
      <dsp:txXfrm>
        <a:off x="0" y="689"/>
        <a:ext cx="6797675" cy="806933"/>
      </dsp:txXfrm>
    </dsp:sp>
    <dsp:sp modelId="{0BB28962-30F8-F94B-8ECD-9CD33211EBB4}">
      <dsp:nvSpPr>
        <dsp:cNvPr id="0" name=""/>
        <dsp:cNvSpPr/>
      </dsp:nvSpPr>
      <dsp:spPr>
        <a:xfrm>
          <a:off x="0" y="807622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3EA00-2AD3-DB4C-A4C8-DB4124106E2D}">
      <dsp:nvSpPr>
        <dsp:cNvPr id="0" name=""/>
        <dsp:cNvSpPr/>
      </dsp:nvSpPr>
      <dsp:spPr>
        <a:xfrm>
          <a:off x="0" y="807622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PSNR +5.97 dB, SSIM +0.124, LPIPS reduced 74.6%, VIFp more than doubled </a:t>
          </a:r>
          <a:endParaRPr lang="en-US" sz="2100" kern="1200"/>
        </a:p>
      </dsp:txBody>
      <dsp:txXfrm>
        <a:off x="0" y="807622"/>
        <a:ext cx="6797675" cy="806933"/>
      </dsp:txXfrm>
    </dsp:sp>
    <dsp:sp modelId="{B2549073-43D2-D749-8E86-35DC4AC44749}">
      <dsp:nvSpPr>
        <dsp:cNvPr id="0" name=""/>
        <dsp:cNvSpPr/>
      </dsp:nvSpPr>
      <dsp:spPr>
        <a:xfrm>
          <a:off x="0" y="1614556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16656-D127-CC44-B15C-6C750221C53B}">
      <dsp:nvSpPr>
        <dsp:cNvPr id="0" name=""/>
        <dsp:cNvSpPr/>
      </dsp:nvSpPr>
      <dsp:spPr>
        <a:xfrm>
          <a:off x="0" y="1614556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Largest gains in the patients who need dose reduction most: those with the noisiest baselines </a:t>
          </a:r>
          <a:endParaRPr lang="en-US" sz="2100" kern="1200"/>
        </a:p>
      </dsp:txBody>
      <dsp:txXfrm>
        <a:off x="0" y="1614556"/>
        <a:ext cx="6797675" cy="806933"/>
      </dsp:txXfrm>
    </dsp:sp>
    <dsp:sp modelId="{F975AA7C-C95D-3D4F-A481-34ECF368741C}">
      <dsp:nvSpPr>
        <dsp:cNvPr id="0" name=""/>
        <dsp:cNvSpPr/>
      </dsp:nvSpPr>
      <dsp:spPr>
        <a:xfrm>
          <a:off x="0" y="2421489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A779C-F776-B04D-8B56-5AB7AB92A652}">
      <dsp:nvSpPr>
        <dsp:cNvPr id="0" name=""/>
        <dsp:cNvSpPr/>
      </dsp:nvSpPr>
      <dsp:spPr>
        <a:xfrm>
          <a:off x="0" y="2421489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3.4% of slices degraded: systematic over-processing of high-quality inputs </a:t>
          </a:r>
          <a:endParaRPr lang="en-US" sz="2100" kern="1200"/>
        </a:p>
      </dsp:txBody>
      <dsp:txXfrm>
        <a:off x="0" y="2421489"/>
        <a:ext cx="6797675" cy="806933"/>
      </dsp:txXfrm>
    </dsp:sp>
    <dsp:sp modelId="{247822BD-3701-4C45-ABCD-F256E19C494F}">
      <dsp:nvSpPr>
        <dsp:cNvPr id="0" name=""/>
        <dsp:cNvSpPr/>
      </dsp:nvSpPr>
      <dsp:spPr>
        <a:xfrm>
          <a:off x="0" y="3228422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33426-5A52-9D46-ABCE-BEE8F317A9D1}">
      <dsp:nvSpPr>
        <dsp:cNvPr id="0" name=""/>
        <dsp:cNvSpPr/>
      </dsp:nvSpPr>
      <dsp:spPr>
        <a:xfrm>
          <a:off x="0" y="3228422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Standard metrics are insufficient for clinical validation of generative enhancement </a:t>
          </a:r>
          <a:endParaRPr lang="en-US" sz="2100" kern="1200"/>
        </a:p>
      </dsp:txBody>
      <dsp:txXfrm>
        <a:off x="0" y="3228422"/>
        <a:ext cx="6797675" cy="806933"/>
      </dsp:txXfrm>
    </dsp:sp>
    <dsp:sp modelId="{0299A86D-F0D8-6A40-9ECD-68054256AFA9}">
      <dsp:nvSpPr>
        <dsp:cNvPr id="0" name=""/>
        <dsp:cNvSpPr/>
      </dsp:nvSpPr>
      <dsp:spPr>
        <a:xfrm>
          <a:off x="0" y="4035355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4F927-E403-3E44-8C32-BDA6CD7E4F19}">
      <dsp:nvSpPr>
        <dsp:cNvPr id="0" name=""/>
        <dsp:cNvSpPr/>
      </dsp:nvSpPr>
      <dsp:spPr>
        <a:xfrm>
          <a:off x="0" y="4035355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Path to deployment requires SUV validation, uncertainty quantification, and expert reader studies </a:t>
          </a:r>
          <a:endParaRPr lang="en-US" sz="2100" kern="1200"/>
        </a:p>
      </dsp:txBody>
      <dsp:txXfrm>
        <a:off x="0" y="4035355"/>
        <a:ext cx="6797675" cy="806933"/>
      </dsp:txXfrm>
    </dsp:sp>
    <dsp:sp modelId="{D18B549C-DFC2-6542-A67A-BDC553C87A7E}">
      <dsp:nvSpPr>
        <dsp:cNvPr id="0" name=""/>
        <dsp:cNvSpPr/>
      </dsp:nvSpPr>
      <dsp:spPr>
        <a:xfrm>
          <a:off x="0" y="4842289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8F8A9-9689-354D-9544-C520138ACAFA}">
      <dsp:nvSpPr>
        <dsp:cNvPr id="0" name=""/>
        <dsp:cNvSpPr/>
      </dsp:nvSpPr>
      <dsp:spPr>
        <a:xfrm>
          <a:off x="0" y="4842289"/>
          <a:ext cx="6797675" cy="80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This project frames PET enhancement as a high-risk research problem and identifies the right questions for future work</a:t>
          </a:r>
          <a:endParaRPr lang="en-US" sz="2100" kern="1200"/>
        </a:p>
      </dsp:txBody>
      <dsp:txXfrm>
        <a:off x="0" y="4842289"/>
        <a:ext cx="6797675" cy="806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AC60B-7D0B-EB4C-9146-A0F60D67D69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C0CCD-418A-E748-BCBC-94E1D3B08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9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1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51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1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5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84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26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82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82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9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262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55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5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  <p:sldLayoutId id="2147483726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m.ac.uk/research/news/cambridge-extends-world-leading-role-for-medical-imaging-with-powerful-new-brain-and-body-scanner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A735E-CB89-7CAE-3CA4-71DBC3540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200"/>
              <a:t>Low-Dose PET Image Enhancement Using </a:t>
            </a:r>
            <a:r>
              <a:rPr lang="en-US" sz="6200" err="1"/>
              <a:t>CycleGAN</a:t>
            </a:r>
            <a:endParaRPr lang="en-US" sz="6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B98C0-676F-9E8C-6A9B-DF8CF670A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Abhishek Raman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3152371-897A-EEDD-148E-93A5CBD20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95" r="29320" b="2"/>
          <a:stretch>
            <a:fillRect/>
          </a:stretch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FCB54-EE79-E875-0B29-C4C2CA54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PET Imaging?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846E172-3D5E-AEF2-6430-853CDD861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467" y="2353592"/>
            <a:ext cx="3591649" cy="38906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Functional imaging modality: images what tissue is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doing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, not what it looks like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Unlike CT or MRI, PET maps radiotracer distribution inside the body in 3D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Most common tracer: ¹⁸F-FDG, a radioactive glucose analogue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Tumors consume glucose at far higher rates than normal tissue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This makes PET sensitive to active disease even before a tumor is visible on CT or MRI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Used clinically in: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Oncology: staging, restaging, therapy response monitoring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Neurology: Alzheimer's diagnosis, seizure localization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Cardiology: myocardial viability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Image quality has direct clinical consequences — it informs real treatment decisions</a:t>
            </a:r>
          </a:p>
        </p:txBody>
      </p:sp>
      <p:pic>
        <p:nvPicPr>
          <p:cNvPr id="6" name="Picture 5" descr="Cambridge extends world leading role for medical imaging with powerful ...">
            <a:extLst>
              <a:ext uri="{FF2B5EF4-FFF2-40B4-BE49-F238E27FC236}">
                <a16:creationId xmlns:a16="http://schemas.microsoft.com/office/drawing/2014/main" id="{FB4F9B43-63BF-1CE0-157C-B108AAD52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1137" b="-2"/>
          <a:stretch>
            <a:fillRect/>
          </a:stretch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B11FC8-4249-6F1F-E4FA-65416CABF616}"/>
              </a:ext>
            </a:extLst>
          </p:cNvPr>
          <p:cNvSpPr txBox="1"/>
          <p:nvPr/>
        </p:nvSpPr>
        <p:spPr>
          <a:xfrm>
            <a:off x="10072509" y="6657945"/>
            <a:ext cx="2119490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cam.ac.uk/research/news/cambridge-extends-world-leading-role-for-medical-imaging-with-powerful-new-brain-and-body-sca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71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2E1D9-182F-F703-1E3C-7C46E085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How PET Works (Physics)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5A131C5-B30D-D5DD-38C0-CDFE07C32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19947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066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2D6E3-7D46-3357-99A2-1FBB1C080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PET Reconstruction and SUV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E03911-4327-1D6D-D325-54928A92F6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1958" y="605896"/>
            <a:ext cx="5923721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Raw sinogram data must be reconstructed before it can be interpreted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Iterative algorithm that models Poisson photon counting statistics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Corrections applied before reconstruction: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Attenuation correction (CT-derived tissue absorption map)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Scatter correction (removes photons that changed direction)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coincidence correction (subtracts accidental photon pairs)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clinical output: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Standardized Uptake Value (SUV) SUV = C(t) / (D / BW)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Normalizes uptake across patients with different body sizes and injected doses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SUV accuracy depends entirely on image quality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Noise inflates SUV variability and can push measurements across clinical decision thresholds</a:t>
            </a:r>
          </a:p>
        </p:txBody>
      </p:sp>
    </p:spTree>
    <p:extLst>
      <p:ext uri="{BB962C8B-B14F-4D97-AF65-F5344CB8AC3E}">
        <p14:creationId xmlns:p14="http://schemas.microsoft.com/office/powerpoint/2010/main" val="24338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5772-D147-2DD1-A95C-51E301DF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Uses of PET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08ABFA8-6246-B589-8B5B-20D5890C8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683643"/>
              </p:ext>
            </p:extLst>
          </p:nvPr>
        </p:nvGraphicFramePr>
        <p:xfrm>
          <a:off x="1097280" y="2018876"/>
          <a:ext cx="7727180" cy="3939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658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E10CB-E12D-E04E-B5FC-B6B961827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Dose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9BCCB9-39F0-C0FC-E5C4-FC3DA54501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1958" y="605896"/>
            <a:ext cx="5923721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 whole-body ¹⁸F-FDG scan: 3–7 MBq/kg injected activity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Effective radiation dose per scan: 7–14 mSv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Radiation risk is cumulative across a patient's lifetime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High-risk groups: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Children (more radiosensitive, longer remaining lifetime)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Cancer patients requiring repeated scans during treatment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Clinical trial participants with multiple imaging timepoints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Patients with hereditary cancer syndromes requiring frequent surveillance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Lower dose = safer for patients, but fewer detected photons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Fewer photons = more noise = worse image quality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is the fundamental tradeoff the project attempts to address computationally</a:t>
            </a:r>
          </a:p>
        </p:txBody>
      </p:sp>
    </p:spTree>
    <p:extLst>
      <p:ext uri="{BB962C8B-B14F-4D97-AF65-F5344CB8AC3E}">
        <p14:creationId xmlns:p14="http://schemas.microsoft.com/office/powerpoint/2010/main" val="368696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E299C-275B-F168-2E6F-39A332FD4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470463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What Happens When You Reduce Dose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778497"/>
            <a:ext cx="0" cy="320040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46F78AD-67A7-4B27-CCB5-E55AD1E01B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8565" y="643466"/>
            <a:ext cx="6818427" cy="54704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Fewer photons detected → higher Poisson noise in the sinogram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SNR scales as the square root of count rate: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Halving the dose reduces SNR by a factor of 1.41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Quartering the dose reduces SNR by a factor of 2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 effects on the reconstructed image: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Granular noise throughout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Reduced contrast between lesion and background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Loss of fine structural detail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Small lesions can fall below detection threshold entirely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Quantitative effects: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SUV estimates become less stable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Wider confidence intervals around measurements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Measurements can spuriously cross clinical response thresholds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Net result: lower dose directly compromises both diagnostic sensitivity and quantitative reliability</a:t>
            </a:r>
          </a:p>
        </p:txBody>
      </p:sp>
    </p:spTree>
    <p:extLst>
      <p:ext uri="{BB962C8B-B14F-4D97-AF65-F5344CB8AC3E}">
        <p14:creationId xmlns:p14="http://schemas.microsoft.com/office/powerpoint/2010/main" val="1284454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4D3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AA7E3-1144-38D2-E243-84EEFBBE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>
                <a:solidFill>
                  <a:srgbClr val="FFFFFF"/>
                </a:solidFill>
              </a:rPr>
              <a:t>Why this is Hard to Fix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33D6AB-CD30-0FF9-F39C-E3D044138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7121" y="1669750"/>
            <a:ext cx="8052852" cy="473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5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6" name="Rectangle 8205">
            <a:extLst>
              <a:ext uri="{FF2B5EF4-FFF2-40B4-BE49-F238E27FC236}">
                <a16:creationId xmlns:a16="http://schemas.microsoft.com/office/drawing/2014/main" id="{5E0A8391-2737-4F1C-B27A-C44629DB4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A13FC-2FD4-2024-82DC-56546027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anchor="t">
            <a:normAutofit/>
          </a:bodyPr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D4185-2496-9860-3DE0-4755DD568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2972" y="389592"/>
            <a:ext cx="5867975" cy="57826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Two networks trained in competition against each other: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Generator G: takes noise or an input image and produces a synthetic output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Discriminator D: tries to tell real images apart from generated ones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Generator wants to fool the discriminator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Discriminator wants to correctly classify real vs fake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They push each other to improve through competition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Common failure modes: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 collapse: generator produces only a limited variety of outputs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Training instability: discriminator becomes too confident, gradients vanish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Stabilization strategies: LSGAN loss, spectral normalization, Wasserstein distance</a:t>
            </a:r>
          </a:p>
        </p:txBody>
      </p:sp>
      <p:pic>
        <p:nvPicPr>
          <p:cNvPr id="8195" name="Picture 3" descr="Architecture of StackGAN - Generative ...">
            <a:extLst>
              <a:ext uri="{FF2B5EF4-FFF2-40B4-BE49-F238E27FC236}">
                <a16:creationId xmlns:a16="http://schemas.microsoft.com/office/drawing/2014/main" id="{A43AADFB-9A72-0126-59FE-921CFFD5D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3858" y="3255675"/>
            <a:ext cx="5206845" cy="236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7" name="Rectangle 8206">
            <a:extLst>
              <a:ext uri="{FF2B5EF4-FFF2-40B4-BE49-F238E27FC236}">
                <a16:creationId xmlns:a16="http://schemas.microsoft.com/office/drawing/2014/main" id="{ED5EC01C-B438-4398-919E-A345C83ED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8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E8F6B-5C36-4990-3552-03B76854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GAN 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1B68E9-409D-A7BD-9A6C-FAB810033A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1958" y="605896"/>
            <a:ext cx="5923721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Generator and discriminator are never trained at the same time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Each iteration: 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Freeze generator, update discriminator on real and fake batches 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Freeze discriminator, update generator based on discriminator feedback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Generator never sees real images directly, only learns through discriminator signal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creates a moving target problem: as one improves, the other must catch up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Equilibrium is theoretically defined but rarely cleanly reached in practice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LSGAN replaces the original log loss with squared error: L_GAN = E[(D(G(x)) − 1)²] + E[D(y)²] </a:t>
            </a:r>
          </a:p>
        </p:txBody>
      </p:sp>
    </p:spTree>
    <p:extLst>
      <p:ext uri="{BB962C8B-B14F-4D97-AF65-F5344CB8AC3E}">
        <p14:creationId xmlns:p14="http://schemas.microsoft.com/office/powerpoint/2010/main" val="270149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D431-1990-2D95-D1AD-5AA19A15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GANs to </a:t>
            </a:r>
            <a:r>
              <a:rPr lang="en-US" dirty="0" err="1"/>
              <a:t>CycleGAN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C903-7740-BCC5-A6F5-AB81B59FD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Conditional GAN (</a:t>
            </a:r>
            <a:r>
              <a:rPr lang="en-US" dirty="0" err="1"/>
              <a:t>cGAN</a:t>
            </a:r>
            <a:r>
              <a:rPr lang="en-US" dirty="0"/>
              <a:t>): conditions both G and D on an input image, learns structured mappings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Pix2Pix: paired </a:t>
            </a:r>
            <a:r>
              <a:rPr lang="en-US" dirty="0" err="1"/>
              <a:t>cGAN</a:t>
            </a:r>
            <a:r>
              <a:rPr lang="en-US" dirty="0"/>
              <a:t> for image-to-image translation, requires pixel-aligned training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 for PET: getting true paired low/full-dose images requires double injection or count decimation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CycleGAN</a:t>
            </a:r>
            <a:r>
              <a:rPr lang="en-US" dirty="0"/>
              <a:t> solution: unpaired translation using two generators and cycle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matched pairs needed, train on any collection of low-dose and full-dose scans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 innovation: cycle consistency loss forces generators to be approximate inverses of each other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5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D2D517-BC35-4439-AC31-06DF764F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DD3F846-0483-40F5-A881-0C1AD2A0C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504768-B789-EFA8-9E11-9F97AD507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338" y="801793"/>
            <a:ext cx="10339323" cy="52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39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877A6-2EC8-2EF0-BD0A-93BA25E35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Dataset and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5F0519-D9F8-B12C-6646-BDB00A2BD4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1958" y="605896"/>
            <a:ext cx="5923721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UDPET dataset: 1,447 whole-body ¹⁸F-FDG scans, 8 dose variants per patient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Dose factors: full-dose plus 2×, 4×, 5×, 10×, 20×, 50×, 100× reduction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Preprocessing pipeline: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DICOM loading: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pydicom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converted to float32 3D volumes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AutoNum type="arabicPeriod" startAt="2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Per-slice normalization: min-max to [−1, 1] independently per slice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AutoNum type="arabicPeriod" startAt="3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Spatial standardization: center crop or zero-pad to 640×320 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AutoNum type="arabicPeriod" startAt="4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HDF5 storage: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gzip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compression, 5–15 MB per patient vs 200 MB raw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One model trained per dose factor, each learns dose-specific noise characteristics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Evaluated on 25 held-out patients, 15,146 coronal slices</a:t>
            </a:r>
          </a:p>
        </p:txBody>
      </p:sp>
    </p:spTree>
    <p:extLst>
      <p:ext uri="{BB962C8B-B14F-4D97-AF65-F5344CB8AC3E}">
        <p14:creationId xmlns:p14="http://schemas.microsoft.com/office/powerpoint/2010/main" val="95452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4FEB5-8EAB-5BB7-F20C-4BB31046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Training Setup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5338C6B-1F02-8117-6658-4E071B53DA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27529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157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1828800" cy="341376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Enhancement at a Glance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87680" y="1706880"/>
            <a:ext cx="2560320" cy="1767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87680" y="1804416"/>
            <a:ext cx="25603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+5.97 dB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487680" y="2679192"/>
            <a:ext cx="2560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improvement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230880" y="1706880"/>
            <a:ext cx="2560320" cy="17678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230880" y="1804416"/>
            <a:ext cx="25603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+0.124</a:t>
            </a:r>
            <a:endParaRPr lang="en-US" sz="3733" dirty="0"/>
          </a:p>
        </p:txBody>
      </p:sp>
      <p:sp>
        <p:nvSpPr>
          <p:cNvPr id="10" name="Text 8"/>
          <p:cNvSpPr/>
          <p:nvPr/>
        </p:nvSpPr>
        <p:spPr>
          <a:xfrm>
            <a:off x="3230880" y="2679192"/>
            <a:ext cx="2560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improvement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5974080" y="1706880"/>
            <a:ext cx="2560320" cy="1767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974080" y="1804416"/>
            <a:ext cx="25603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74.6%</a:t>
            </a:r>
            <a:endParaRPr lang="en-US" sz="3733" dirty="0"/>
          </a:p>
        </p:txBody>
      </p:sp>
      <p:sp>
        <p:nvSpPr>
          <p:cNvPr id="13" name="Text 11"/>
          <p:cNvSpPr/>
          <p:nvPr/>
        </p:nvSpPr>
        <p:spPr>
          <a:xfrm>
            <a:off x="5974080" y="2679192"/>
            <a:ext cx="2560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reduction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8717280" y="1706880"/>
            <a:ext cx="2560320" cy="1767840"/>
          </a:xfrm>
          <a:prstGeom prst="rect">
            <a:avLst/>
          </a:prstGeom>
          <a:solidFill>
            <a:srgbClr val="02607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717280" y="1804416"/>
            <a:ext cx="25603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2.3×</a:t>
            </a:r>
            <a:endParaRPr lang="en-US" sz="3733" dirty="0"/>
          </a:p>
        </p:txBody>
      </p:sp>
      <p:sp>
        <p:nvSpPr>
          <p:cNvPr id="16" name="Text 14"/>
          <p:cNvSpPr/>
          <p:nvPr/>
        </p:nvSpPr>
        <p:spPr>
          <a:xfrm>
            <a:off x="8717280" y="2679192"/>
            <a:ext cx="2560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VIFp improvement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87680" y="3718560"/>
            <a:ext cx="2560320" cy="14630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87680" y="38160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/ 25</a:t>
            </a:r>
            <a:endParaRPr lang="en-US" sz="3733" dirty="0"/>
          </a:p>
        </p:txBody>
      </p:sp>
      <p:sp>
        <p:nvSpPr>
          <p:cNvPr id="19" name="Text 17"/>
          <p:cNvSpPr/>
          <p:nvPr/>
        </p:nvSpPr>
        <p:spPr>
          <a:xfrm>
            <a:off x="487680" y="452323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improved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3230880" y="3718560"/>
            <a:ext cx="2560320" cy="14630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230880" y="38160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15,146</a:t>
            </a:r>
            <a:endParaRPr lang="en-US" sz="3733" dirty="0"/>
          </a:p>
        </p:txBody>
      </p:sp>
      <p:sp>
        <p:nvSpPr>
          <p:cNvPr id="22" name="Text 20"/>
          <p:cNvSpPr/>
          <p:nvPr/>
        </p:nvSpPr>
        <p:spPr>
          <a:xfrm>
            <a:off x="3230880" y="452323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evaluated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974080" y="3718560"/>
            <a:ext cx="2560320" cy="1463040"/>
          </a:xfrm>
          <a:prstGeom prst="rect">
            <a:avLst/>
          </a:prstGeom>
          <a:solidFill>
            <a:srgbClr val="B8504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5974080" y="38160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3.4%</a:t>
            </a:r>
            <a:endParaRPr lang="en-US" sz="3733" dirty="0"/>
          </a:p>
        </p:txBody>
      </p:sp>
      <p:sp>
        <p:nvSpPr>
          <p:cNvPr id="25" name="Text 23"/>
          <p:cNvSpPr/>
          <p:nvPr/>
        </p:nvSpPr>
        <p:spPr>
          <a:xfrm>
            <a:off x="5974080" y="452323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degraded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8717280" y="3718560"/>
            <a:ext cx="2560320" cy="1463040"/>
          </a:xfrm>
          <a:prstGeom prst="rect">
            <a:avLst/>
          </a:prstGeom>
          <a:solidFill>
            <a:srgbClr val="8B1A1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8717280" y="38160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−17.1 dB</a:t>
            </a:r>
            <a:endParaRPr lang="en-US" sz="3733" dirty="0"/>
          </a:p>
        </p:txBody>
      </p:sp>
      <p:sp>
        <p:nvSpPr>
          <p:cNvPr id="28" name="Text 26"/>
          <p:cNvSpPr/>
          <p:nvPr/>
        </p:nvSpPr>
        <p:spPr>
          <a:xfrm>
            <a:off x="8717280" y="452323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degradation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609600" y="536448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test patients showed positive mean PSNR and SSIM improvement without exception</a:t>
            </a:r>
            <a:endParaRPr lang="en-US" sz="17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1828800" cy="341376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Six Metrics — Input vs. Enhanced</a:t>
            </a:r>
            <a:endParaRPr lang="en-US" sz="373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11460480" cy="4693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1828800" cy="341376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Improvement Across All 25 Patients</a:t>
            </a:r>
            <a:endParaRPr lang="en-US" sz="346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84960"/>
            <a:ext cx="85344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04960" y="1584960"/>
            <a:ext cx="2560320" cy="4389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9326880" y="17068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326880" y="2292096"/>
            <a:ext cx="170688" cy="1706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9570720" y="2243328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improved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26880" y="2877312"/>
            <a:ext cx="170688" cy="1706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9570720" y="2828544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gain: +3.2 to +7.8 dB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326880" y="3462528"/>
            <a:ext cx="170688" cy="1706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9570720" y="3413760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gain: +0.07 to +0.24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326880" y="4047744"/>
            <a:ext cx="170688" cy="1706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9570720" y="3998976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Noisier inputs → larger gains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326880" y="4632960"/>
            <a:ext cx="170688" cy="1706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/>
          <p:nvPr/>
        </p:nvSpPr>
        <p:spPr>
          <a:xfrm>
            <a:off x="9570720" y="4584192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harmed on average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-705050" y="5900928"/>
            <a:ext cx="1146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mean PSNR (top) and SSIM (bottom) · blue = low-dose input · orange = CycleGAN enhanced</a:t>
            </a:r>
            <a:endParaRPr lang="en-US" sz="13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1828800" cy="341376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 Analysis</a:t>
            </a:r>
            <a:endParaRPr lang="en-US" sz="373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84960"/>
            <a:ext cx="7924800" cy="3535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34400" y="1584960"/>
            <a:ext cx="3291840" cy="950976"/>
          </a:xfrm>
          <a:prstGeom prst="rect">
            <a:avLst/>
          </a:prstGeom>
          <a:solidFill>
            <a:srgbClr val="B85042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8534400" y="15849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3.4%</a:t>
            </a:r>
            <a:endParaRPr lang="en-US" sz="2933" dirty="0"/>
          </a:p>
        </p:txBody>
      </p:sp>
      <p:sp>
        <p:nvSpPr>
          <p:cNvPr id="8" name="Text 5"/>
          <p:cNvSpPr/>
          <p:nvPr/>
        </p:nvSpPr>
        <p:spPr>
          <a:xfrm>
            <a:off x="8534400" y="20726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slices degraded</a:t>
            </a:r>
            <a:endParaRPr lang="en-US" sz="1467" dirty="0"/>
          </a:p>
        </p:txBody>
      </p:sp>
      <p:sp>
        <p:nvSpPr>
          <p:cNvPr id="9" name="Shape 6"/>
          <p:cNvSpPr/>
          <p:nvPr/>
        </p:nvSpPr>
        <p:spPr>
          <a:xfrm>
            <a:off x="8534400" y="2743200"/>
            <a:ext cx="3291840" cy="950976"/>
          </a:xfrm>
          <a:prstGeom prst="rect">
            <a:avLst/>
          </a:prstGeom>
          <a:solidFill>
            <a:srgbClr val="8B1A1A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8534400" y="27432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−17.1 dB</a:t>
            </a:r>
            <a:endParaRPr lang="en-US" sz="2933" dirty="0"/>
          </a:p>
        </p:txBody>
      </p:sp>
      <p:sp>
        <p:nvSpPr>
          <p:cNvPr id="11" name="Text 8"/>
          <p:cNvSpPr/>
          <p:nvPr/>
        </p:nvSpPr>
        <p:spPr>
          <a:xfrm>
            <a:off x="8534400" y="32308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drop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8534400" y="3901440"/>
            <a:ext cx="3291840" cy="950976"/>
          </a:xfrm>
          <a:prstGeom prst="rect">
            <a:avLst/>
          </a:prstGeom>
          <a:solidFill>
            <a:srgbClr val="0D1B3E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534400" y="39014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35 dB</a:t>
            </a:r>
            <a:endParaRPr lang="en-US" sz="2933" dirty="0"/>
          </a:p>
        </p:txBody>
      </p:sp>
      <p:sp>
        <p:nvSpPr>
          <p:cNvPr id="14" name="Text 11"/>
          <p:cNvSpPr/>
          <p:nvPr/>
        </p:nvSpPr>
        <p:spPr>
          <a:xfrm>
            <a:off x="8534400" y="43891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concentrated here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365760" y="5059680"/>
            <a:ext cx="11460480" cy="121920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/>
          <p:nvPr/>
        </p:nvSpPr>
        <p:spPr>
          <a:xfrm>
            <a:off x="609600" y="5163312"/>
            <a:ext cx="1109472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</a:t>
            </a:r>
            <a:r>
              <a:rPr lang="en-US" sz="16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failure cases are not random noise; rather, they are systematic over-processing of slices already close to full-dose quality. 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030B77-EE06-6190-8017-27F24FEE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Discussion and Clinical Safety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DC8DD190-0C98-FA68-07D8-F31D2828C3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60653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2564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AA58A6-DACF-19ED-4DC9-49B87D3A5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Continued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B89A05-7D3F-44C1-C441-CCCE0C7076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lesion-level analysis conducted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radiologist visual grading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SUV preservation in terms of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Coronal orientation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dose factor Evaluated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6890B-4D34-E6B2-A42D-7932A1BA5D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Future Work: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Multi-dose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Monte Carlo Uncertainty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Clinical validation with radiologists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Volumetric 3D training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297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67A2AC-30CA-15A5-62B4-7270C5BC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Summary</a:t>
            </a: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29DC69BF-D633-47AA-5A88-FED0494A2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90639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7538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Tw Cen M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1515</Words>
  <Application>Microsoft Macintosh PowerPoint</Application>
  <PresentationFormat>Widescreen</PresentationFormat>
  <Paragraphs>200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Trebuchet MS</vt:lpstr>
      <vt:lpstr>Tw Cen MT</vt:lpstr>
      <vt:lpstr>RetrospectVTI</vt:lpstr>
      <vt:lpstr>Low-Dose PET Image Enhancement Using CycleGAN</vt:lpstr>
      <vt:lpstr>What is PET Imaging?</vt:lpstr>
      <vt:lpstr>How PET Works (Physics)</vt:lpstr>
      <vt:lpstr>PET Reconstruction and SUV</vt:lpstr>
      <vt:lpstr>Clinical Uses of PET</vt:lpstr>
      <vt:lpstr>Dose Problem</vt:lpstr>
      <vt:lpstr>What Happens When You Reduce Dose</vt:lpstr>
      <vt:lpstr>Why this is Hard to Fix</vt:lpstr>
      <vt:lpstr>Generative Adversarial Networks</vt:lpstr>
      <vt:lpstr>GAN Training</vt:lpstr>
      <vt:lpstr>From GANs to CycleGAN</vt:lpstr>
      <vt:lpstr>PowerPoint Presentation</vt:lpstr>
      <vt:lpstr>Dataset and Preprocessing</vt:lpstr>
      <vt:lpstr>Training Setup</vt:lpstr>
      <vt:lpstr>PowerPoint Presentation</vt:lpstr>
      <vt:lpstr>PowerPoint Presentation</vt:lpstr>
      <vt:lpstr>PowerPoint Presentation</vt:lpstr>
      <vt:lpstr>PowerPoint Presentation</vt:lpstr>
      <vt:lpstr>Discussion and Clinical Safety</vt:lpstr>
      <vt:lpstr>Discussion Continued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Purbey, Saksham</dc:creator>
  <cp:lastModifiedBy>Purbey, Saksham</cp:lastModifiedBy>
  <cp:revision>1</cp:revision>
  <dcterms:created xsi:type="dcterms:W3CDTF">2026-04-27T22:01:44Z</dcterms:created>
  <dcterms:modified xsi:type="dcterms:W3CDTF">2026-04-27T22:28:44Z</dcterms:modified>
</cp:coreProperties>
</file>